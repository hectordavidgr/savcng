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7" r:id="rId2"/>
    <p:sldId id="351" r:id="rId3"/>
    <p:sldId id="363" r:id="rId4"/>
    <p:sldId id="262" r:id="rId5"/>
    <p:sldId id="364" r:id="rId6"/>
    <p:sldId id="358" r:id="rId7"/>
    <p:sldId id="365" r:id="rId8"/>
    <p:sldId id="3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057"/>
    <a:srgbClr val="00D6CD"/>
    <a:srgbClr val="888CE9"/>
    <a:srgbClr val="D08200"/>
    <a:srgbClr val="C12A53"/>
    <a:srgbClr val="6342FF"/>
    <a:srgbClr val="2C7D68"/>
    <a:srgbClr val="9F2578"/>
    <a:srgbClr val="E26C3B"/>
    <a:srgbClr val="0898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5A93F3-8179-4F30-9DD8-2A3F8746247A}" v="14" dt="2026-04-17T15:51:21.102"/>
  </p1510:revLst>
</p1510:revInfo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8FD4443E-F989-4FC4-A0C8-D5A2AF1F390B}" styleName="Estilo oscuro 1 - Énfasis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Estilo claro 3 - Acento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44" autoAdjust="0"/>
    <p:restoredTop sz="96374" autoAdjust="0"/>
  </p:normalViewPr>
  <p:slideViewPr>
    <p:cSldViewPr snapToGrid="0">
      <p:cViewPr varScale="1">
        <p:scale>
          <a:sx n="159" d="100"/>
          <a:sy n="159" d="100"/>
        </p:scale>
        <p:origin x="74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EZ DEFERIA FRANCISCO JAVIER" userId="592ef561-f88c-43f0-b1e5-3c60156729cf" providerId="ADAL" clId="{CB6A4554-42FD-4125-8E81-5B8CBA940AA6}"/>
    <pc:docChg chg="undo custSel modSld">
      <pc:chgData name="MARTINEZ DEFERIA FRANCISCO JAVIER" userId="592ef561-f88c-43f0-b1e5-3c60156729cf" providerId="ADAL" clId="{CB6A4554-42FD-4125-8E81-5B8CBA940AA6}" dt="2026-03-24T17:29:25.742" v="618" actId="20577"/>
      <pc:docMkLst>
        <pc:docMk/>
      </pc:docMkLst>
      <pc:sldChg chg="addSp delSp modSp mod">
        <pc:chgData name="MARTINEZ DEFERIA FRANCISCO JAVIER" userId="592ef561-f88c-43f0-b1e5-3c60156729cf" providerId="ADAL" clId="{CB6A4554-42FD-4125-8E81-5B8CBA940AA6}" dt="2026-03-24T17:03:56.969" v="99" actId="20577"/>
        <pc:sldMkLst>
          <pc:docMk/>
          <pc:sldMk cId="360761731" sldId="257"/>
        </pc:sldMkLst>
        <pc:spChg chg="add mod">
          <ac:chgData name="MARTINEZ DEFERIA FRANCISCO JAVIER" userId="592ef561-f88c-43f0-b1e5-3c60156729cf" providerId="ADAL" clId="{CB6A4554-42FD-4125-8E81-5B8CBA940AA6}" dt="2026-03-24T17:03:56.969" v="99" actId="20577"/>
          <ac:spMkLst>
            <pc:docMk/>
            <pc:sldMk cId="360761731" sldId="257"/>
            <ac:spMk id="2" creationId="{8383186E-4B01-B356-148C-C0765EB3664A}"/>
          </ac:spMkLst>
        </pc:spChg>
        <pc:spChg chg="mod">
          <ac:chgData name="MARTINEZ DEFERIA FRANCISCO JAVIER" userId="592ef561-f88c-43f0-b1e5-3c60156729cf" providerId="ADAL" clId="{CB6A4554-42FD-4125-8E81-5B8CBA940AA6}" dt="2026-03-24T17:00:13.970" v="79" actId="1076"/>
          <ac:spMkLst>
            <pc:docMk/>
            <pc:sldMk cId="360761731" sldId="257"/>
            <ac:spMk id="9" creationId="{E0493733-4325-C755-F9F7-81E13CC53758}"/>
          </ac:spMkLst>
        </pc:spChg>
        <pc:picChg chg="mod">
          <ac:chgData name="MARTINEZ DEFERIA FRANCISCO JAVIER" userId="592ef561-f88c-43f0-b1e5-3c60156729cf" providerId="ADAL" clId="{CB6A4554-42FD-4125-8E81-5B8CBA940AA6}" dt="2026-03-24T17:00:28.625" v="91" actId="1038"/>
          <ac:picMkLst>
            <pc:docMk/>
            <pc:sldMk cId="360761731" sldId="257"/>
            <ac:picMk id="10" creationId="{AE311FAF-3321-685A-3327-B8DD4E43C46F}"/>
          </ac:picMkLst>
        </pc:picChg>
      </pc:sldChg>
      <pc:sldChg chg="mod modShow">
        <pc:chgData name="MARTINEZ DEFERIA FRANCISCO JAVIER" userId="592ef561-f88c-43f0-b1e5-3c60156729cf" providerId="ADAL" clId="{CB6A4554-42FD-4125-8E81-5B8CBA940AA6}" dt="2026-03-24T17:08:16.390" v="100" actId="729"/>
        <pc:sldMkLst>
          <pc:docMk/>
          <pc:sldMk cId="3899644491" sldId="258"/>
        </pc:sldMkLst>
      </pc:sldChg>
      <pc:sldChg chg="delSp modSp mod">
        <pc:chgData name="MARTINEZ DEFERIA FRANCISCO JAVIER" userId="592ef561-f88c-43f0-b1e5-3c60156729cf" providerId="ADAL" clId="{CB6A4554-42FD-4125-8E81-5B8CBA940AA6}" dt="2026-03-24T17:29:25.742" v="618" actId="20577"/>
        <pc:sldMkLst>
          <pc:docMk/>
          <pc:sldMk cId="1287553970" sldId="351"/>
        </pc:sldMkLst>
        <pc:spChg chg="mod">
          <ac:chgData name="MARTINEZ DEFERIA FRANCISCO JAVIER" userId="592ef561-f88c-43f0-b1e5-3c60156729cf" providerId="ADAL" clId="{CB6A4554-42FD-4125-8E81-5B8CBA940AA6}" dt="2026-03-24T17:29:25.742" v="618" actId="20577"/>
          <ac:spMkLst>
            <pc:docMk/>
            <pc:sldMk cId="1287553970" sldId="351"/>
            <ac:spMk id="7" creationId="{675EA705-C75C-4B3E-9B16-C06DB8D11A35}"/>
          </ac:spMkLst>
        </pc:spChg>
        <pc:spChg chg="mod">
          <ac:chgData name="MARTINEZ DEFERIA FRANCISCO JAVIER" userId="592ef561-f88c-43f0-b1e5-3c60156729cf" providerId="ADAL" clId="{CB6A4554-42FD-4125-8E81-5B8CBA940AA6}" dt="2026-03-24T17:16:11.104" v="472" actId="20577"/>
          <ac:spMkLst>
            <pc:docMk/>
            <pc:sldMk cId="1287553970" sldId="351"/>
            <ac:spMk id="16" creationId="{7D7CA59D-AEDC-E70C-9C45-13DC340D500B}"/>
          </ac:spMkLst>
        </pc:spChg>
        <pc:spChg chg="mod">
          <ac:chgData name="MARTINEZ DEFERIA FRANCISCO JAVIER" userId="592ef561-f88c-43f0-b1e5-3c60156729cf" providerId="ADAL" clId="{CB6A4554-42FD-4125-8E81-5B8CBA940AA6}" dt="2026-03-24T17:10:06.165" v="174" actId="1038"/>
          <ac:spMkLst>
            <pc:docMk/>
            <pc:sldMk cId="1287553970" sldId="351"/>
            <ac:spMk id="18" creationId="{DFF974DE-6753-8782-8F2F-369FAE0F4CD3}"/>
          </ac:spMkLst>
        </pc:spChg>
        <pc:picChg chg="mod">
          <ac:chgData name="MARTINEZ DEFERIA FRANCISCO JAVIER" userId="592ef561-f88c-43f0-b1e5-3c60156729cf" providerId="ADAL" clId="{CB6A4554-42FD-4125-8E81-5B8CBA940AA6}" dt="2026-03-24T17:09:45.658" v="165" actId="14100"/>
          <ac:picMkLst>
            <pc:docMk/>
            <pc:sldMk cId="1287553970" sldId="351"/>
            <ac:picMk id="8" creationId="{F95200F2-CD87-32FE-E79B-A356985A4B61}"/>
          </ac:picMkLst>
        </pc:picChg>
      </pc:sldChg>
    </pc:docChg>
  </pc:docChgLst>
  <pc:docChgLst>
    <pc:chgData name="MARTINEZ DEFERIA FRANCISCO JAVIER" userId="592ef561-f88c-43f0-b1e5-3c60156729cf" providerId="ADAL" clId="{B4CD876B-966E-4468-9F73-FDFBB20E9B06}"/>
    <pc:docChg chg="undo custSel addSld delSld modSld sldOrd">
      <pc:chgData name="MARTINEZ DEFERIA FRANCISCO JAVIER" userId="592ef561-f88c-43f0-b1e5-3c60156729cf" providerId="ADAL" clId="{B4CD876B-966E-4468-9F73-FDFBB20E9B06}" dt="2026-04-17T15:57:21.082" v="2904" actId="20577"/>
      <pc:docMkLst>
        <pc:docMk/>
      </pc:docMkLst>
      <pc:sldChg chg="modSp mod">
        <pc:chgData name="MARTINEZ DEFERIA FRANCISCO JAVIER" userId="592ef561-f88c-43f0-b1e5-3c60156729cf" providerId="ADAL" clId="{B4CD876B-966E-4468-9F73-FDFBB20E9B06}" dt="2026-04-17T15:57:21.082" v="2904" actId="20577"/>
        <pc:sldMkLst>
          <pc:docMk/>
          <pc:sldMk cId="360761731" sldId="257"/>
        </pc:sldMkLst>
        <pc:spChg chg="mod">
          <ac:chgData name="MARTINEZ DEFERIA FRANCISCO JAVIER" userId="592ef561-f88c-43f0-b1e5-3c60156729cf" providerId="ADAL" clId="{B4CD876B-966E-4468-9F73-FDFBB20E9B06}" dt="2026-04-17T15:57:21.082" v="2904" actId="20577"/>
          <ac:spMkLst>
            <pc:docMk/>
            <pc:sldMk cId="360761731" sldId="257"/>
            <ac:spMk id="2" creationId="{8383186E-4B01-B356-148C-C0765EB3664A}"/>
          </ac:spMkLst>
        </pc:spChg>
        <pc:spChg chg="mod">
          <ac:chgData name="MARTINEZ DEFERIA FRANCISCO JAVIER" userId="592ef561-f88c-43f0-b1e5-3c60156729cf" providerId="ADAL" clId="{B4CD876B-966E-4468-9F73-FDFBB20E9B06}" dt="2026-04-17T15:57:16.195" v="2902" actId="20577"/>
          <ac:spMkLst>
            <pc:docMk/>
            <pc:sldMk cId="360761731" sldId="257"/>
            <ac:spMk id="9" creationId="{E0493733-4325-C755-F9F7-81E13CC53758}"/>
          </ac:spMkLst>
        </pc:spChg>
      </pc:sldChg>
      <pc:sldChg chg="ord">
        <pc:chgData name="MARTINEZ DEFERIA FRANCISCO JAVIER" userId="592ef561-f88c-43f0-b1e5-3c60156729cf" providerId="ADAL" clId="{B4CD876B-966E-4468-9F73-FDFBB20E9B06}" dt="2026-04-17T15:54:50.064" v="2899"/>
        <pc:sldMkLst>
          <pc:docMk/>
          <pc:sldMk cId="3899644491" sldId="258"/>
        </pc:sldMkLst>
      </pc:sldChg>
      <pc:sldChg chg="modSp mod">
        <pc:chgData name="MARTINEZ DEFERIA FRANCISCO JAVIER" userId="592ef561-f88c-43f0-b1e5-3c60156729cf" providerId="ADAL" clId="{B4CD876B-966E-4468-9F73-FDFBB20E9B06}" dt="2026-04-17T14:40:45.229" v="132" actId="20577"/>
        <pc:sldMkLst>
          <pc:docMk/>
          <pc:sldMk cId="2475944787" sldId="262"/>
        </pc:sldMkLst>
        <pc:graphicFrameChg chg="modGraphic">
          <ac:chgData name="MARTINEZ DEFERIA FRANCISCO JAVIER" userId="592ef561-f88c-43f0-b1e5-3c60156729cf" providerId="ADAL" clId="{B4CD876B-966E-4468-9F73-FDFBB20E9B06}" dt="2026-04-17T14:40:45.229" v="132" actId="20577"/>
          <ac:graphicFrameMkLst>
            <pc:docMk/>
            <pc:sldMk cId="2475944787" sldId="262"/>
            <ac:graphicFrameMk id="2" creationId="{0D157534-2273-BB43-2E42-C34BB4A25B29}"/>
          </ac:graphicFrameMkLst>
        </pc:graphicFrameChg>
      </pc:sldChg>
      <pc:sldChg chg="addSp delSp modSp mod">
        <pc:chgData name="MARTINEZ DEFERIA FRANCISCO JAVIER" userId="592ef561-f88c-43f0-b1e5-3c60156729cf" providerId="ADAL" clId="{B4CD876B-966E-4468-9F73-FDFBB20E9B06}" dt="2026-04-17T14:48:02.405" v="613" actId="20577"/>
        <pc:sldMkLst>
          <pc:docMk/>
          <pc:sldMk cId="2993281867" sldId="358"/>
        </pc:sldMkLst>
        <pc:spChg chg="mod">
          <ac:chgData name="MARTINEZ DEFERIA FRANCISCO JAVIER" userId="592ef561-f88c-43f0-b1e5-3c60156729cf" providerId="ADAL" clId="{B4CD876B-966E-4468-9F73-FDFBB20E9B06}" dt="2026-04-17T14:45:43.063" v="562" actId="1076"/>
          <ac:spMkLst>
            <pc:docMk/>
            <pc:sldMk cId="2993281867" sldId="358"/>
            <ac:spMk id="3" creationId="{F1451A72-ECA1-72D7-A4C8-D8CFFA1D4738}"/>
          </ac:spMkLst>
        </pc:spChg>
        <pc:spChg chg="del">
          <ac:chgData name="MARTINEZ DEFERIA FRANCISCO JAVIER" userId="592ef561-f88c-43f0-b1e5-3c60156729cf" providerId="ADAL" clId="{B4CD876B-966E-4468-9F73-FDFBB20E9B06}" dt="2026-04-17T14:25:55.650" v="1" actId="478"/>
          <ac:spMkLst>
            <pc:docMk/>
            <pc:sldMk cId="2993281867" sldId="358"/>
            <ac:spMk id="4" creationId="{3C1D983E-B696-7036-E443-FFC5ADF6981E}"/>
          </ac:spMkLst>
        </pc:spChg>
        <pc:spChg chg="mod">
          <ac:chgData name="MARTINEZ DEFERIA FRANCISCO JAVIER" userId="592ef561-f88c-43f0-b1e5-3c60156729cf" providerId="ADAL" clId="{B4CD876B-966E-4468-9F73-FDFBB20E9B06}" dt="2026-04-17T14:42:55.094" v="384" actId="20577"/>
          <ac:spMkLst>
            <pc:docMk/>
            <pc:sldMk cId="2993281867" sldId="358"/>
            <ac:spMk id="6" creationId="{83D191ED-AA6F-82E5-1E60-845D5BCEAC16}"/>
          </ac:spMkLst>
        </pc:spChg>
        <pc:spChg chg="del">
          <ac:chgData name="MARTINEZ DEFERIA FRANCISCO JAVIER" userId="592ef561-f88c-43f0-b1e5-3c60156729cf" providerId="ADAL" clId="{B4CD876B-966E-4468-9F73-FDFBB20E9B06}" dt="2026-04-17T14:26:01.317" v="3" actId="478"/>
          <ac:spMkLst>
            <pc:docMk/>
            <pc:sldMk cId="2993281867" sldId="358"/>
            <ac:spMk id="7" creationId="{3B33191C-A29A-84AD-BAC7-0829EAE9F7BF}"/>
          </ac:spMkLst>
        </pc:spChg>
        <pc:spChg chg="add mod">
          <ac:chgData name="MARTINEZ DEFERIA FRANCISCO JAVIER" userId="592ef561-f88c-43f0-b1e5-3c60156729cf" providerId="ADAL" clId="{B4CD876B-966E-4468-9F73-FDFBB20E9B06}" dt="2026-04-17T14:46:39.692" v="566" actId="123"/>
          <ac:spMkLst>
            <pc:docMk/>
            <pc:sldMk cId="2993281867" sldId="358"/>
            <ac:spMk id="10" creationId="{18FFC625-6BE5-EC60-D97A-C2D6B6358953}"/>
          </ac:spMkLst>
        </pc:spChg>
        <pc:spChg chg="mod">
          <ac:chgData name="MARTINEZ DEFERIA FRANCISCO JAVIER" userId="592ef561-f88c-43f0-b1e5-3c60156729cf" providerId="ADAL" clId="{B4CD876B-966E-4468-9F73-FDFBB20E9B06}" dt="2026-04-17T14:46:08.901" v="564" actId="1076"/>
          <ac:spMkLst>
            <pc:docMk/>
            <pc:sldMk cId="2993281867" sldId="358"/>
            <ac:spMk id="16" creationId="{AE239A29-8951-9683-E18A-C21F463A9EF5}"/>
          </ac:spMkLst>
        </pc:spChg>
        <pc:spChg chg="mod">
          <ac:chgData name="MARTINEZ DEFERIA FRANCISCO JAVIER" userId="592ef561-f88c-43f0-b1e5-3c60156729cf" providerId="ADAL" clId="{B4CD876B-966E-4468-9F73-FDFBB20E9B06}" dt="2026-04-17T14:48:02.405" v="613" actId="20577"/>
          <ac:spMkLst>
            <pc:docMk/>
            <pc:sldMk cId="2993281867" sldId="358"/>
            <ac:spMk id="18" creationId="{31331741-D798-1842-3E11-B11ABB40C757}"/>
          </ac:spMkLst>
        </pc:spChg>
        <pc:picChg chg="add del mod">
          <ac:chgData name="MARTINEZ DEFERIA FRANCISCO JAVIER" userId="592ef561-f88c-43f0-b1e5-3c60156729cf" providerId="ADAL" clId="{B4CD876B-966E-4468-9F73-FDFBB20E9B06}" dt="2026-04-17T14:29:40.466" v="12" actId="478"/>
          <ac:picMkLst>
            <pc:docMk/>
            <pc:sldMk cId="2993281867" sldId="358"/>
            <ac:picMk id="9" creationId="{C99890F1-4B84-0E92-56D6-825B39A92E9E}"/>
          </ac:picMkLst>
        </pc:picChg>
        <pc:picChg chg="add mod">
          <ac:chgData name="MARTINEZ DEFERIA FRANCISCO JAVIER" userId="592ef561-f88c-43f0-b1e5-3c60156729cf" providerId="ADAL" clId="{B4CD876B-966E-4468-9F73-FDFBB20E9B06}" dt="2026-04-17T14:46:11.286" v="565" actId="1076"/>
          <ac:picMkLst>
            <pc:docMk/>
            <pc:sldMk cId="2993281867" sldId="358"/>
            <ac:picMk id="12" creationId="{7E0768EE-19EE-069A-8807-1A0EDF5B1D67}"/>
          </ac:picMkLst>
        </pc:picChg>
        <pc:cxnChg chg="del">
          <ac:chgData name="MARTINEZ DEFERIA FRANCISCO JAVIER" userId="592ef561-f88c-43f0-b1e5-3c60156729cf" providerId="ADAL" clId="{B4CD876B-966E-4468-9F73-FDFBB20E9B06}" dt="2026-04-17T14:25:59.800" v="2" actId="478"/>
          <ac:cxnSpMkLst>
            <pc:docMk/>
            <pc:sldMk cId="2993281867" sldId="358"/>
            <ac:cxnSpMk id="5" creationId="{BA3415A3-5FC8-E891-4463-E75D89E85DEF}"/>
          </ac:cxnSpMkLst>
        </pc:cxnChg>
      </pc:sldChg>
      <pc:sldChg chg="addSp delSp modSp add mod">
        <pc:chgData name="MARTINEZ DEFERIA FRANCISCO JAVIER" userId="592ef561-f88c-43f0-b1e5-3c60156729cf" providerId="ADAL" clId="{B4CD876B-966E-4468-9F73-FDFBB20E9B06}" dt="2026-04-17T15:44:25.394" v="2281" actId="14100"/>
        <pc:sldMkLst>
          <pc:docMk/>
          <pc:sldMk cId="456340884" sldId="359"/>
        </pc:sldMkLst>
        <pc:spChg chg="add mod">
          <ac:chgData name="MARTINEZ DEFERIA FRANCISCO JAVIER" userId="592ef561-f88c-43f0-b1e5-3c60156729cf" providerId="ADAL" clId="{B4CD876B-966E-4468-9F73-FDFBB20E9B06}" dt="2026-04-17T15:19:11.190" v="857" actId="1076"/>
          <ac:spMkLst>
            <pc:docMk/>
            <pc:sldMk cId="456340884" sldId="359"/>
            <ac:spMk id="2" creationId="{7A50577B-00E7-695B-4170-ED921C73DBA7}"/>
          </ac:spMkLst>
        </pc:spChg>
        <pc:spChg chg="del">
          <ac:chgData name="MARTINEZ DEFERIA FRANCISCO JAVIER" userId="592ef561-f88c-43f0-b1e5-3c60156729cf" providerId="ADAL" clId="{B4CD876B-966E-4468-9F73-FDFBB20E9B06}" dt="2026-04-17T15:06:07.701" v="619" actId="478"/>
          <ac:spMkLst>
            <pc:docMk/>
            <pc:sldMk cId="456340884" sldId="359"/>
            <ac:spMk id="3" creationId="{976E321F-13E7-385F-2697-EEACFB3A0A1A}"/>
          </ac:spMkLst>
        </pc:spChg>
        <pc:spChg chg="del">
          <ac:chgData name="MARTINEZ DEFERIA FRANCISCO JAVIER" userId="592ef561-f88c-43f0-b1e5-3c60156729cf" providerId="ADAL" clId="{B4CD876B-966E-4468-9F73-FDFBB20E9B06}" dt="2026-04-17T15:06:03.131" v="617" actId="478"/>
          <ac:spMkLst>
            <pc:docMk/>
            <pc:sldMk cId="456340884" sldId="359"/>
            <ac:spMk id="4" creationId="{1E888171-BD90-5E29-E861-8318813CDE83}"/>
          </ac:spMkLst>
        </pc:spChg>
        <pc:spChg chg="del">
          <ac:chgData name="MARTINEZ DEFERIA FRANCISCO JAVIER" userId="592ef561-f88c-43f0-b1e5-3c60156729cf" providerId="ADAL" clId="{B4CD876B-966E-4468-9F73-FDFBB20E9B06}" dt="2026-04-17T15:17:55.061" v="844" actId="478"/>
          <ac:spMkLst>
            <pc:docMk/>
            <pc:sldMk cId="456340884" sldId="359"/>
            <ac:spMk id="6" creationId="{1C49E6DB-E21C-AC50-CF1B-6A33B9623BEE}"/>
          </ac:spMkLst>
        </pc:spChg>
        <pc:spChg chg="del">
          <ac:chgData name="MARTINEZ DEFERIA FRANCISCO JAVIER" userId="592ef561-f88c-43f0-b1e5-3c60156729cf" providerId="ADAL" clId="{B4CD876B-966E-4468-9F73-FDFBB20E9B06}" dt="2026-04-17T15:06:04.381" v="618" actId="478"/>
          <ac:spMkLst>
            <pc:docMk/>
            <pc:sldMk cId="456340884" sldId="359"/>
            <ac:spMk id="7" creationId="{B7E7D86E-55AC-1F84-F66F-3383A0B9483F}"/>
          </ac:spMkLst>
        </pc:spChg>
        <pc:spChg chg="mod">
          <ac:chgData name="MARTINEZ DEFERIA FRANCISCO JAVIER" userId="592ef561-f88c-43f0-b1e5-3c60156729cf" providerId="ADAL" clId="{B4CD876B-966E-4468-9F73-FDFBB20E9B06}" dt="2026-04-17T15:12:28.213" v="703" actId="207"/>
          <ac:spMkLst>
            <pc:docMk/>
            <pc:sldMk cId="456340884" sldId="359"/>
            <ac:spMk id="10" creationId="{5560DD9F-DA61-E12B-F337-44747449EA46}"/>
          </ac:spMkLst>
        </pc:spChg>
        <pc:spChg chg="mod">
          <ac:chgData name="MARTINEZ DEFERIA FRANCISCO JAVIER" userId="592ef561-f88c-43f0-b1e5-3c60156729cf" providerId="ADAL" clId="{B4CD876B-966E-4468-9F73-FDFBB20E9B06}" dt="2026-04-17T15:12:30.523" v="704" actId="207"/>
          <ac:spMkLst>
            <pc:docMk/>
            <pc:sldMk cId="456340884" sldId="359"/>
            <ac:spMk id="11" creationId="{11C57722-0AAA-7F7B-9339-D8956334D193}"/>
          </ac:spMkLst>
        </pc:spChg>
        <pc:spChg chg="mod">
          <ac:chgData name="MARTINEZ DEFERIA FRANCISCO JAVIER" userId="592ef561-f88c-43f0-b1e5-3c60156729cf" providerId="ADAL" clId="{B4CD876B-966E-4468-9F73-FDFBB20E9B06}" dt="2026-04-17T15:44:25.394" v="2281" actId="14100"/>
          <ac:spMkLst>
            <pc:docMk/>
            <pc:sldMk cId="456340884" sldId="359"/>
            <ac:spMk id="12" creationId="{0F3E44F1-39AD-62FF-E516-DF1F3F4549A1}"/>
          </ac:spMkLst>
        </pc:spChg>
        <pc:spChg chg="mod">
          <ac:chgData name="MARTINEZ DEFERIA FRANCISCO JAVIER" userId="592ef561-f88c-43f0-b1e5-3c60156729cf" providerId="ADAL" clId="{B4CD876B-966E-4468-9F73-FDFBB20E9B06}" dt="2026-04-17T15:40:07.628" v="2136" actId="20577"/>
          <ac:spMkLst>
            <pc:docMk/>
            <pc:sldMk cId="456340884" sldId="359"/>
            <ac:spMk id="13" creationId="{576BE0CC-2B36-6FBA-3D7D-0CC9B56FEA46}"/>
          </ac:spMkLst>
        </pc:spChg>
        <pc:spChg chg="mod">
          <ac:chgData name="MARTINEZ DEFERIA FRANCISCO JAVIER" userId="592ef561-f88c-43f0-b1e5-3c60156729cf" providerId="ADAL" clId="{B4CD876B-966E-4468-9F73-FDFBB20E9B06}" dt="2026-04-17T15:12:19.633" v="702" actId="207"/>
          <ac:spMkLst>
            <pc:docMk/>
            <pc:sldMk cId="456340884" sldId="359"/>
            <ac:spMk id="15" creationId="{D9FB9398-B5FA-BFFF-982A-3D8250097CC9}"/>
          </ac:spMkLst>
        </pc:spChg>
        <pc:spChg chg="del">
          <ac:chgData name="MARTINEZ DEFERIA FRANCISCO JAVIER" userId="592ef561-f88c-43f0-b1e5-3c60156729cf" providerId="ADAL" clId="{B4CD876B-966E-4468-9F73-FDFBB20E9B06}" dt="2026-04-17T15:06:00.452" v="615" actId="478"/>
          <ac:spMkLst>
            <pc:docMk/>
            <pc:sldMk cId="456340884" sldId="359"/>
            <ac:spMk id="16" creationId="{A6E86D56-7206-A43E-6AF9-F7DB4E98983B}"/>
          </ac:spMkLst>
        </pc:spChg>
        <pc:spChg chg="mod">
          <ac:chgData name="MARTINEZ DEFERIA FRANCISCO JAVIER" userId="592ef561-f88c-43f0-b1e5-3c60156729cf" providerId="ADAL" clId="{B4CD876B-966E-4468-9F73-FDFBB20E9B06}" dt="2026-04-17T15:12:17.263" v="701" actId="207"/>
          <ac:spMkLst>
            <pc:docMk/>
            <pc:sldMk cId="456340884" sldId="359"/>
            <ac:spMk id="17" creationId="{41F69E8E-76F6-E5D8-E70F-C50B35CE86B0}"/>
          </ac:spMkLst>
        </pc:spChg>
        <pc:spChg chg="mod">
          <ac:chgData name="MARTINEZ DEFERIA FRANCISCO JAVIER" userId="592ef561-f88c-43f0-b1e5-3c60156729cf" providerId="ADAL" clId="{B4CD876B-966E-4468-9F73-FDFBB20E9B06}" dt="2026-04-17T14:47:55.940" v="603" actId="20577"/>
          <ac:spMkLst>
            <pc:docMk/>
            <pc:sldMk cId="456340884" sldId="359"/>
            <ac:spMk id="18" creationId="{66128A63-AA15-E517-E199-96E2C1BB2640}"/>
          </ac:spMkLst>
        </pc:spChg>
        <pc:spChg chg="mod">
          <ac:chgData name="MARTINEZ DEFERIA FRANCISCO JAVIER" userId="592ef561-f88c-43f0-b1e5-3c60156729cf" providerId="ADAL" clId="{B4CD876B-966E-4468-9F73-FDFBB20E9B06}" dt="2026-04-17T15:14:21.931" v="750" actId="20577"/>
          <ac:spMkLst>
            <pc:docMk/>
            <pc:sldMk cId="456340884" sldId="359"/>
            <ac:spMk id="19" creationId="{9C275E5C-8C19-68DF-61A7-95A79B54BDD5}"/>
          </ac:spMkLst>
        </pc:spChg>
        <pc:spChg chg="mod">
          <ac:chgData name="MARTINEZ DEFERIA FRANCISCO JAVIER" userId="592ef561-f88c-43f0-b1e5-3c60156729cf" providerId="ADAL" clId="{B4CD876B-966E-4468-9F73-FDFBB20E9B06}" dt="2026-04-17T15:12:54.303" v="710" actId="404"/>
          <ac:spMkLst>
            <pc:docMk/>
            <pc:sldMk cId="456340884" sldId="359"/>
            <ac:spMk id="20" creationId="{78BE3991-4006-ED43-F650-DE49C1D515BA}"/>
          </ac:spMkLst>
        </pc:spChg>
        <pc:spChg chg="add mod">
          <ac:chgData name="MARTINEZ DEFERIA FRANCISCO JAVIER" userId="592ef561-f88c-43f0-b1e5-3c60156729cf" providerId="ADAL" clId="{B4CD876B-966E-4468-9F73-FDFBB20E9B06}" dt="2026-04-17T15:18:54.220" v="853" actId="1076"/>
          <ac:spMkLst>
            <pc:docMk/>
            <pc:sldMk cId="456340884" sldId="359"/>
            <ac:spMk id="21" creationId="{27CB0DDD-46B6-B6C1-F30D-C2E5B652F51E}"/>
          </ac:spMkLst>
        </pc:spChg>
        <pc:spChg chg="add mod">
          <ac:chgData name="MARTINEZ DEFERIA FRANCISCO JAVIER" userId="592ef561-f88c-43f0-b1e5-3c60156729cf" providerId="ADAL" clId="{B4CD876B-966E-4468-9F73-FDFBB20E9B06}" dt="2026-04-17T15:19:03.432" v="856" actId="208"/>
          <ac:spMkLst>
            <pc:docMk/>
            <pc:sldMk cId="456340884" sldId="359"/>
            <ac:spMk id="22" creationId="{FB20ADC0-6C8A-B2B5-CF74-1FD474FA4959}"/>
          </ac:spMkLst>
        </pc:spChg>
        <pc:grpChg chg="add mod">
          <ac:chgData name="MARTINEZ DEFERIA FRANCISCO JAVIER" userId="592ef561-f88c-43f0-b1e5-3c60156729cf" providerId="ADAL" clId="{B4CD876B-966E-4468-9F73-FDFBB20E9B06}" dt="2026-04-17T15:11:34.673" v="698" actId="14100"/>
          <ac:grpSpMkLst>
            <pc:docMk/>
            <pc:sldMk cId="456340884" sldId="359"/>
            <ac:grpSpMk id="9" creationId="{533D18DF-33A9-A1E5-879A-673F27B7FECD}"/>
          </ac:grpSpMkLst>
        </pc:grpChg>
        <pc:grpChg chg="add mod">
          <ac:chgData name="MARTINEZ DEFERIA FRANCISCO JAVIER" userId="592ef561-f88c-43f0-b1e5-3c60156729cf" providerId="ADAL" clId="{B4CD876B-966E-4468-9F73-FDFBB20E9B06}" dt="2026-04-17T15:10:46.173" v="658" actId="1076"/>
          <ac:grpSpMkLst>
            <pc:docMk/>
            <pc:sldMk cId="456340884" sldId="359"/>
            <ac:grpSpMk id="14" creationId="{C95D25B3-057B-2838-61FE-A2FF74CECFA4}"/>
          </ac:grpSpMkLst>
        </pc:grpChg>
        <pc:cxnChg chg="del">
          <ac:chgData name="MARTINEZ DEFERIA FRANCISCO JAVIER" userId="592ef561-f88c-43f0-b1e5-3c60156729cf" providerId="ADAL" clId="{B4CD876B-966E-4468-9F73-FDFBB20E9B06}" dt="2026-04-17T15:06:01.449" v="616" actId="478"/>
          <ac:cxnSpMkLst>
            <pc:docMk/>
            <pc:sldMk cId="456340884" sldId="359"/>
            <ac:cxnSpMk id="5" creationId="{8D48D06E-38BD-0782-7B70-601A7EF98C8D}"/>
          </ac:cxnSpMkLst>
        </pc:cxnChg>
      </pc:sldChg>
      <pc:sldChg chg="add del">
        <pc:chgData name="MARTINEZ DEFERIA FRANCISCO JAVIER" userId="592ef561-f88c-43f0-b1e5-3c60156729cf" providerId="ADAL" clId="{B4CD876B-966E-4468-9F73-FDFBB20E9B06}" dt="2026-04-17T15:54:35.093" v="2897" actId="47"/>
        <pc:sldMkLst>
          <pc:docMk/>
          <pc:sldMk cId="2185403081" sldId="360"/>
        </pc:sldMkLst>
      </pc:sldChg>
      <pc:sldChg chg="addSp delSp modSp add mod">
        <pc:chgData name="MARTINEZ DEFERIA FRANCISCO JAVIER" userId="592ef561-f88c-43f0-b1e5-3c60156729cf" providerId="ADAL" clId="{B4CD876B-966E-4468-9F73-FDFBB20E9B06}" dt="2026-04-17T15:54:03.955" v="2895" actId="20577"/>
        <pc:sldMkLst>
          <pc:docMk/>
          <pc:sldMk cId="510117073" sldId="361"/>
        </pc:sldMkLst>
        <pc:spChg chg="del">
          <ac:chgData name="MARTINEZ DEFERIA FRANCISCO JAVIER" userId="592ef561-f88c-43f0-b1e5-3c60156729cf" providerId="ADAL" clId="{B4CD876B-966E-4468-9F73-FDFBB20E9B06}" dt="2026-04-17T15:16:12.184" v="826" actId="478"/>
          <ac:spMkLst>
            <pc:docMk/>
            <pc:sldMk cId="510117073" sldId="361"/>
            <ac:spMk id="2" creationId="{F29F20F7-D5B7-078E-99DA-FB60E870FA9B}"/>
          </ac:spMkLst>
        </pc:spChg>
        <pc:spChg chg="mod">
          <ac:chgData name="MARTINEZ DEFERIA FRANCISCO JAVIER" userId="592ef561-f88c-43f0-b1e5-3c60156729cf" providerId="ADAL" clId="{B4CD876B-966E-4468-9F73-FDFBB20E9B06}" dt="2026-04-17T15:48:56.279" v="2365" actId="14100"/>
          <ac:spMkLst>
            <pc:docMk/>
            <pc:sldMk cId="510117073" sldId="361"/>
            <ac:spMk id="4" creationId="{7A0085E3-A02E-0EF1-829F-8E6F85068BED}"/>
          </ac:spMkLst>
        </pc:spChg>
        <pc:spChg chg="mod">
          <ac:chgData name="MARTINEZ DEFERIA FRANCISCO JAVIER" userId="592ef561-f88c-43f0-b1e5-3c60156729cf" providerId="ADAL" clId="{B4CD876B-966E-4468-9F73-FDFBB20E9B06}" dt="2026-04-17T15:29:48.584" v="1525" actId="207"/>
          <ac:spMkLst>
            <pc:docMk/>
            <pc:sldMk cId="510117073" sldId="361"/>
            <ac:spMk id="5" creationId="{1D369572-39CB-546D-C7D8-FC7DA4FFEABB}"/>
          </ac:spMkLst>
        </pc:spChg>
        <pc:spChg chg="del mod">
          <ac:chgData name="MARTINEZ DEFERIA FRANCISCO JAVIER" userId="592ef561-f88c-43f0-b1e5-3c60156729cf" providerId="ADAL" clId="{B4CD876B-966E-4468-9F73-FDFBB20E9B06}" dt="2026-04-17T15:51:20.801" v="2605" actId="478"/>
          <ac:spMkLst>
            <pc:docMk/>
            <pc:sldMk cId="510117073" sldId="361"/>
            <ac:spMk id="6" creationId="{A5FC6C16-786E-B72B-8F0D-3993E9100878}"/>
          </ac:spMkLst>
        </pc:spChg>
        <pc:spChg chg="mod">
          <ac:chgData name="MARTINEZ DEFERIA FRANCISCO JAVIER" userId="592ef561-f88c-43f0-b1e5-3c60156729cf" providerId="ADAL" clId="{B4CD876B-966E-4468-9F73-FDFBB20E9B06}" dt="2026-04-17T15:29:50.526" v="1526" actId="207"/>
          <ac:spMkLst>
            <pc:docMk/>
            <pc:sldMk cId="510117073" sldId="361"/>
            <ac:spMk id="7" creationId="{0F771DD0-9D24-7AF8-8F5D-36EE02F46C37}"/>
          </ac:spMkLst>
        </pc:spChg>
        <pc:spChg chg="mod">
          <ac:chgData name="MARTINEZ DEFERIA FRANCISCO JAVIER" userId="592ef561-f88c-43f0-b1e5-3c60156729cf" providerId="ADAL" clId="{B4CD876B-966E-4468-9F73-FDFBB20E9B06}" dt="2026-04-17T15:40:39.678" v="2141" actId="207"/>
          <ac:spMkLst>
            <pc:docMk/>
            <pc:sldMk cId="510117073" sldId="361"/>
            <ac:spMk id="15" creationId="{6D968F9C-B474-2B22-2685-1AAA9F2131F4}"/>
          </ac:spMkLst>
        </pc:spChg>
        <pc:spChg chg="mod">
          <ac:chgData name="MARTINEZ DEFERIA FRANCISCO JAVIER" userId="592ef561-f88c-43f0-b1e5-3c60156729cf" providerId="ADAL" clId="{B4CD876B-966E-4468-9F73-FDFBB20E9B06}" dt="2026-04-17T15:54:03.955" v="2895" actId="20577"/>
          <ac:spMkLst>
            <pc:docMk/>
            <pc:sldMk cId="510117073" sldId="361"/>
            <ac:spMk id="16" creationId="{C48630FE-9661-FB87-AFE3-384A3744C59A}"/>
          </ac:spMkLst>
        </pc:spChg>
        <pc:spChg chg="mod">
          <ac:chgData name="MARTINEZ DEFERIA FRANCISCO JAVIER" userId="592ef561-f88c-43f0-b1e5-3c60156729cf" providerId="ADAL" clId="{B4CD876B-966E-4468-9F73-FDFBB20E9B06}" dt="2026-04-17T15:40:36.818" v="2140" actId="207"/>
          <ac:spMkLst>
            <pc:docMk/>
            <pc:sldMk cId="510117073" sldId="361"/>
            <ac:spMk id="17" creationId="{C1B1837D-84EC-0E4F-6231-8BC8CA51FD62}"/>
          </ac:spMkLst>
        </pc:spChg>
        <pc:spChg chg="mod">
          <ac:chgData name="MARTINEZ DEFERIA FRANCISCO JAVIER" userId="592ef561-f88c-43f0-b1e5-3c60156729cf" providerId="ADAL" clId="{B4CD876B-966E-4468-9F73-FDFBB20E9B06}" dt="2026-04-17T15:44:47.950" v="2284" actId="1076"/>
          <ac:spMkLst>
            <pc:docMk/>
            <pc:sldMk cId="510117073" sldId="361"/>
            <ac:spMk id="19" creationId="{013A3C30-5D95-7BA6-4BB3-0ABA1BC33C96}"/>
          </ac:spMkLst>
        </pc:spChg>
        <pc:spChg chg="mod">
          <ac:chgData name="MARTINEZ DEFERIA FRANCISCO JAVIER" userId="592ef561-f88c-43f0-b1e5-3c60156729cf" providerId="ADAL" clId="{B4CD876B-966E-4468-9F73-FDFBB20E9B06}" dt="2026-04-17T15:40:57.718" v="2172" actId="14100"/>
          <ac:spMkLst>
            <pc:docMk/>
            <pc:sldMk cId="510117073" sldId="361"/>
            <ac:spMk id="20" creationId="{43B1988F-1CFF-5F9C-01E1-FD32D208EA52}"/>
          </ac:spMkLst>
        </pc:spChg>
        <pc:spChg chg="mod">
          <ac:chgData name="MARTINEZ DEFERIA FRANCISCO JAVIER" userId="592ef561-f88c-43f0-b1e5-3c60156729cf" providerId="ADAL" clId="{B4CD876B-966E-4468-9F73-FDFBB20E9B06}" dt="2026-04-17T15:49:01.108" v="2366" actId="14100"/>
          <ac:spMkLst>
            <pc:docMk/>
            <pc:sldMk cId="510117073" sldId="361"/>
            <ac:spMk id="21" creationId="{7C315DF9-8759-8CF5-2F6C-A87130086FFC}"/>
          </ac:spMkLst>
        </pc:spChg>
        <pc:spChg chg="mod">
          <ac:chgData name="MARTINEZ DEFERIA FRANCISCO JAVIER" userId="592ef561-f88c-43f0-b1e5-3c60156729cf" providerId="ADAL" clId="{B4CD876B-966E-4468-9F73-FDFBB20E9B06}" dt="2026-04-17T15:34:45.144" v="1984" actId="207"/>
          <ac:spMkLst>
            <pc:docMk/>
            <pc:sldMk cId="510117073" sldId="361"/>
            <ac:spMk id="23" creationId="{0018D31C-8947-E376-2E1E-78E5FFADE520}"/>
          </ac:spMkLst>
        </pc:spChg>
        <pc:spChg chg="mod">
          <ac:chgData name="MARTINEZ DEFERIA FRANCISCO JAVIER" userId="592ef561-f88c-43f0-b1e5-3c60156729cf" providerId="ADAL" clId="{B4CD876B-966E-4468-9F73-FDFBB20E9B06}" dt="2026-04-17T15:34:52.073" v="1985" actId="207"/>
          <ac:spMkLst>
            <pc:docMk/>
            <pc:sldMk cId="510117073" sldId="361"/>
            <ac:spMk id="24" creationId="{7F30FA92-1038-2209-2E0E-B2BE7243D35C}"/>
          </ac:spMkLst>
        </pc:spChg>
        <pc:spChg chg="mod">
          <ac:chgData name="MARTINEZ DEFERIA FRANCISCO JAVIER" userId="592ef561-f88c-43f0-b1e5-3c60156729cf" providerId="ADAL" clId="{B4CD876B-966E-4468-9F73-FDFBB20E9B06}" dt="2026-04-17T15:35:00.225" v="1989" actId="207"/>
          <ac:spMkLst>
            <pc:docMk/>
            <pc:sldMk cId="510117073" sldId="361"/>
            <ac:spMk id="25" creationId="{E40033C3-C7F3-16DA-E7BE-F7E6413F4456}"/>
          </ac:spMkLst>
        </pc:spChg>
        <pc:spChg chg="mod">
          <ac:chgData name="MARTINEZ DEFERIA FRANCISCO JAVIER" userId="592ef561-f88c-43f0-b1e5-3c60156729cf" providerId="ADAL" clId="{B4CD876B-966E-4468-9F73-FDFBB20E9B06}" dt="2026-04-17T15:32:50.715" v="1839" actId="20577"/>
          <ac:spMkLst>
            <pc:docMk/>
            <pc:sldMk cId="510117073" sldId="361"/>
            <ac:spMk id="26" creationId="{2C4DA6F7-4DE3-96E6-B5D9-3375A7C9DA6C}"/>
          </ac:spMkLst>
        </pc:spChg>
        <pc:spChg chg="mod">
          <ac:chgData name="MARTINEZ DEFERIA FRANCISCO JAVIER" userId="592ef561-f88c-43f0-b1e5-3c60156729cf" providerId="ADAL" clId="{B4CD876B-966E-4468-9F73-FDFBB20E9B06}" dt="2026-04-17T15:34:42.204" v="1983" actId="207"/>
          <ac:spMkLst>
            <pc:docMk/>
            <pc:sldMk cId="510117073" sldId="361"/>
            <ac:spMk id="27" creationId="{6229841D-18B8-6740-F280-5F945E239765}"/>
          </ac:spMkLst>
        </pc:spChg>
        <pc:spChg chg="mod">
          <ac:chgData name="MARTINEZ DEFERIA FRANCISCO JAVIER" userId="592ef561-f88c-43f0-b1e5-3c60156729cf" providerId="ADAL" clId="{B4CD876B-966E-4468-9F73-FDFBB20E9B06}" dt="2026-04-17T15:33:51.693" v="1974" actId="207"/>
          <ac:spMkLst>
            <pc:docMk/>
            <pc:sldMk cId="510117073" sldId="361"/>
            <ac:spMk id="29" creationId="{D3ABB9CE-CEFE-B717-E52F-70DC629BC6A9}"/>
          </ac:spMkLst>
        </pc:spChg>
        <pc:spChg chg="mod">
          <ac:chgData name="MARTINEZ DEFERIA FRANCISCO JAVIER" userId="592ef561-f88c-43f0-b1e5-3c60156729cf" providerId="ADAL" clId="{B4CD876B-966E-4468-9F73-FDFBB20E9B06}" dt="2026-04-17T15:33:58.771" v="1976" actId="207"/>
          <ac:spMkLst>
            <pc:docMk/>
            <pc:sldMk cId="510117073" sldId="361"/>
            <ac:spMk id="30" creationId="{2633F45C-8CE9-9C8C-49EE-2BFB259CEECD}"/>
          </ac:spMkLst>
        </pc:spChg>
        <pc:spChg chg="mod">
          <ac:chgData name="MARTINEZ DEFERIA FRANCISCO JAVIER" userId="592ef561-f88c-43f0-b1e5-3c60156729cf" providerId="ADAL" clId="{B4CD876B-966E-4468-9F73-FDFBB20E9B06}" dt="2026-04-17T15:34:03.164" v="1977" actId="207"/>
          <ac:spMkLst>
            <pc:docMk/>
            <pc:sldMk cId="510117073" sldId="361"/>
            <ac:spMk id="31" creationId="{F07EE03F-D849-0598-0BDE-70B1F23F8584}"/>
          </ac:spMkLst>
        </pc:spChg>
        <pc:spChg chg="mod">
          <ac:chgData name="MARTINEZ DEFERIA FRANCISCO JAVIER" userId="592ef561-f88c-43f0-b1e5-3c60156729cf" providerId="ADAL" clId="{B4CD876B-966E-4468-9F73-FDFBB20E9B06}" dt="2026-04-17T15:33:39.715" v="1973" actId="20577"/>
          <ac:spMkLst>
            <pc:docMk/>
            <pc:sldMk cId="510117073" sldId="361"/>
            <ac:spMk id="32" creationId="{B4E2246C-4C6E-4758-C5C6-88DEB35A37D7}"/>
          </ac:spMkLst>
        </pc:spChg>
        <pc:spChg chg="mod">
          <ac:chgData name="MARTINEZ DEFERIA FRANCISCO JAVIER" userId="592ef561-f88c-43f0-b1e5-3c60156729cf" providerId="ADAL" clId="{B4CD876B-966E-4468-9F73-FDFBB20E9B06}" dt="2026-04-17T15:33:54.653" v="1975" actId="207"/>
          <ac:spMkLst>
            <pc:docMk/>
            <pc:sldMk cId="510117073" sldId="361"/>
            <ac:spMk id="33" creationId="{17FC4376-8A24-F377-CD93-9A5344D69B28}"/>
          </ac:spMkLst>
        </pc:spChg>
        <pc:spChg chg="mod">
          <ac:chgData name="MARTINEZ DEFERIA FRANCISCO JAVIER" userId="592ef561-f88c-43f0-b1e5-3c60156729cf" providerId="ADAL" clId="{B4CD876B-966E-4468-9F73-FDFBB20E9B06}" dt="2026-04-17T15:48:38.121" v="2361" actId="14100"/>
          <ac:spMkLst>
            <pc:docMk/>
            <pc:sldMk cId="510117073" sldId="361"/>
            <ac:spMk id="35" creationId="{0E0E4C92-D099-726C-282A-5A23670B751E}"/>
          </ac:spMkLst>
        </pc:spChg>
        <pc:spChg chg="mod">
          <ac:chgData name="MARTINEZ DEFERIA FRANCISCO JAVIER" userId="592ef561-f88c-43f0-b1e5-3c60156729cf" providerId="ADAL" clId="{B4CD876B-966E-4468-9F73-FDFBB20E9B06}" dt="2026-04-17T15:35:04.800" v="1990" actId="2085"/>
          <ac:spMkLst>
            <pc:docMk/>
            <pc:sldMk cId="510117073" sldId="361"/>
            <ac:spMk id="36" creationId="{42D12F17-25B9-E2EF-A988-0C01B771BF0D}"/>
          </ac:spMkLst>
        </pc:spChg>
        <pc:spChg chg="mod">
          <ac:chgData name="MARTINEZ DEFERIA FRANCISCO JAVIER" userId="592ef561-f88c-43f0-b1e5-3c60156729cf" providerId="ADAL" clId="{B4CD876B-966E-4468-9F73-FDFBB20E9B06}" dt="2026-04-17T15:28:38.339" v="1522" actId="207"/>
          <ac:spMkLst>
            <pc:docMk/>
            <pc:sldMk cId="510117073" sldId="361"/>
            <ac:spMk id="37" creationId="{94C9EE1F-B9CF-08BA-BDB1-188E7525C751}"/>
          </ac:spMkLst>
        </pc:spChg>
        <pc:spChg chg="mod">
          <ac:chgData name="MARTINEZ DEFERIA FRANCISCO JAVIER" userId="592ef561-f88c-43f0-b1e5-3c60156729cf" providerId="ADAL" clId="{B4CD876B-966E-4468-9F73-FDFBB20E9B06}" dt="2026-04-17T15:53:28.650" v="2783" actId="20577"/>
          <ac:spMkLst>
            <pc:docMk/>
            <pc:sldMk cId="510117073" sldId="361"/>
            <ac:spMk id="38" creationId="{A3E6880F-9F7A-575D-0E15-967A6D9960C6}"/>
          </ac:spMkLst>
        </pc:spChg>
        <pc:spChg chg="mod">
          <ac:chgData name="MARTINEZ DEFERIA FRANCISCO JAVIER" userId="592ef561-f88c-43f0-b1e5-3c60156729cf" providerId="ADAL" clId="{B4CD876B-966E-4468-9F73-FDFBB20E9B06}" dt="2026-04-17T15:48:41.577" v="2362" actId="14100"/>
          <ac:spMkLst>
            <pc:docMk/>
            <pc:sldMk cId="510117073" sldId="361"/>
            <ac:spMk id="39" creationId="{0404EFE9-54CD-242A-02F2-78A9134A2A1C}"/>
          </ac:spMkLst>
        </pc:spChg>
        <pc:spChg chg="add mod">
          <ac:chgData name="MARTINEZ DEFERIA FRANCISCO JAVIER" userId="592ef561-f88c-43f0-b1e5-3c60156729cf" providerId="ADAL" clId="{B4CD876B-966E-4468-9F73-FDFBB20E9B06}" dt="2026-04-17T15:36:44.151" v="2003" actId="164"/>
          <ac:spMkLst>
            <pc:docMk/>
            <pc:sldMk cId="510117073" sldId="361"/>
            <ac:spMk id="40" creationId="{0A8404A0-0931-9909-0BEA-1388CA1167BE}"/>
          </ac:spMkLst>
        </pc:spChg>
        <pc:spChg chg="add mod">
          <ac:chgData name="MARTINEZ DEFERIA FRANCISCO JAVIER" userId="592ef561-f88c-43f0-b1e5-3c60156729cf" providerId="ADAL" clId="{B4CD876B-966E-4468-9F73-FDFBB20E9B06}" dt="2026-04-17T15:36:44.151" v="2003" actId="164"/>
          <ac:spMkLst>
            <pc:docMk/>
            <pc:sldMk cId="510117073" sldId="361"/>
            <ac:spMk id="41" creationId="{4967AF67-2942-DD7B-1DBF-6B6E510C15AC}"/>
          </ac:spMkLst>
        </pc:spChg>
        <pc:spChg chg="mod">
          <ac:chgData name="MARTINEZ DEFERIA FRANCISCO JAVIER" userId="592ef561-f88c-43f0-b1e5-3c60156729cf" providerId="ADAL" clId="{B4CD876B-966E-4468-9F73-FDFBB20E9B06}" dt="2026-04-17T15:36:50.977" v="2005"/>
          <ac:spMkLst>
            <pc:docMk/>
            <pc:sldMk cId="510117073" sldId="361"/>
            <ac:spMk id="44" creationId="{02CECC99-2032-20D5-A531-3E2A58C7C86C}"/>
          </ac:spMkLst>
        </pc:spChg>
        <pc:spChg chg="mod">
          <ac:chgData name="MARTINEZ DEFERIA FRANCISCO JAVIER" userId="592ef561-f88c-43f0-b1e5-3c60156729cf" providerId="ADAL" clId="{B4CD876B-966E-4468-9F73-FDFBB20E9B06}" dt="2026-04-17T15:36:50.977" v="2005"/>
          <ac:spMkLst>
            <pc:docMk/>
            <pc:sldMk cId="510117073" sldId="361"/>
            <ac:spMk id="45" creationId="{E002D237-76A9-F101-12FC-A057811700AA}"/>
          </ac:spMkLst>
        </pc:spChg>
        <pc:spChg chg="add mod">
          <ac:chgData name="MARTINEZ DEFERIA FRANCISCO JAVIER" userId="592ef561-f88c-43f0-b1e5-3c60156729cf" providerId="ADAL" clId="{B4CD876B-966E-4468-9F73-FDFBB20E9B06}" dt="2026-04-17T15:41:16.755" v="2184" actId="20577"/>
          <ac:spMkLst>
            <pc:docMk/>
            <pc:sldMk cId="510117073" sldId="361"/>
            <ac:spMk id="46" creationId="{5CCD6FF3-5ED7-1B1E-9D62-37C2A55ECF7B}"/>
          </ac:spMkLst>
        </pc:spChg>
        <pc:spChg chg="add mod">
          <ac:chgData name="MARTINEZ DEFERIA FRANCISCO JAVIER" userId="592ef561-f88c-43f0-b1e5-3c60156729cf" providerId="ADAL" clId="{B4CD876B-966E-4468-9F73-FDFBB20E9B06}" dt="2026-04-17T15:51:23.543" v="2607" actId="1076"/>
          <ac:spMkLst>
            <pc:docMk/>
            <pc:sldMk cId="510117073" sldId="361"/>
            <ac:spMk id="47" creationId="{89398BAF-B9CB-4E47-8CA0-4C9180AF8C0B}"/>
          </ac:spMkLst>
        </pc:spChg>
        <pc:grpChg chg="mod">
          <ac:chgData name="MARTINEZ DEFERIA FRANCISCO JAVIER" userId="592ef561-f88c-43f0-b1e5-3c60156729cf" providerId="ADAL" clId="{B4CD876B-966E-4468-9F73-FDFBB20E9B06}" dt="2026-04-17T15:49:07.282" v="2367" actId="1076"/>
          <ac:grpSpMkLst>
            <pc:docMk/>
            <pc:sldMk cId="510117073" sldId="361"/>
            <ac:grpSpMk id="3" creationId="{032E5832-3CDF-433B-FCA9-9DEA229833FD}"/>
          </ac:grpSpMkLst>
        </pc:grpChg>
        <pc:grpChg chg="del">
          <ac:chgData name="MARTINEZ DEFERIA FRANCISCO JAVIER" userId="592ef561-f88c-43f0-b1e5-3c60156729cf" providerId="ADAL" clId="{B4CD876B-966E-4468-9F73-FDFBB20E9B06}" dt="2026-04-17T15:17:18.556" v="839" actId="478"/>
          <ac:grpSpMkLst>
            <pc:docMk/>
            <pc:sldMk cId="510117073" sldId="361"/>
            <ac:grpSpMk id="9" creationId="{C20862A2-3318-1786-E062-FABEF5D221FD}"/>
          </ac:grpSpMkLst>
        </pc:grpChg>
        <pc:grpChg chg="mod">
          <ac:chgData name="MARTINEZ DEFERIA FRANCISCO JAVIER" userId="592ef561-f88c-43f0-b1e5-3c60156729cf" providerId="ADAL" clId="{B4CD876B-966E-4468-9F73-FDFBB20E9B06}" dt="2026-04-17T15:16:56.456" v="836" actId="14100"/>
          <ac:grpSpMkLst>
            <pc:docMk/>
            <pc:sldMk cId="510117073" sldId="361"/>
            <ac:grpSpMk id="14" creationId="{59669DE7-0E29-FE17-78D9-FFCBBFFFB040}"/>
          </ac:grpSpMkLst>
        </pc:grpChg>
        <pc:grpChg chg="del mod">
          <ac:chgData name="MARTINEZ DEFERIA FRANCISCO JAVIER" userId="592ef561-f88c-43f0-b1e5-3c60156729cf" providerId="ADAL" clId="{B4CD876B-966E-4468-9F73-FDFBB20E9B06}" dt="2026-04-17T15:48:31.923" v="2359" actId="478"/>
          <ac:grpSpMkLst>
            <pc:docMk/>
            <pc:sldMk cId="510117073" sldId="361"/>
            <ac:grpSpMk id="22" creationId="{1D6D3E5F-B603-04F4-22CC-4B2AC861D306}"/>
          </ac:grpSpMkLst>
        </pc:grpChg>
        <pc:grpChg chg="del mod">
          <ac:chgData name="MARTINEZ DEFERIA FRANCISCO JAVIER" userId="592ef561-f88c-43f0-b1e5-3c60156729cf" providerId="ADAL" clId="{B4CD876B-966E-4468-9F73-FDFBB20E9B06}" dt="2026-04-17T15:48:33.663" v="2360" actId="478"/>
          <ac:grpSpMkLst>
            <pc:docMk/>
            <pc:sldMk cId="510117073" sldId="361"/>
            <ac:grpSpMk id="28" creationId="{6E8575DB-241A-C071-2CA8-0249B1DBDA98}"/>
          </ac:grpSpMkLst>
        </pc:grpChg>
        <pc:grpChg chg="mod">
          <ac:chgData name="MARTINEZ DEFERIA FRANCISCO JAVIER" userId="592ef561-f88c-43f0-b1e5-3c60156729cf" providerId="ADAL" clId="{B4CD876B-966E-4468-9F73-FDFBB20E9B06}" dt="2026-04-17T15:49:11.872" v="2368" actId="1076"/>
          <ac:grpSpMkLst>
            <pc:docMk/>
            <pc:sldMk cId="510117073" sldId="361"/>
            <ac:grpSpMk id="34" creationId="{FE08F52C-3673-8037-7CB8-65CD086F1691}"/>
          </ac:grpSpMkLst>
        </pc:grpChg>
        <pc:grpChg chg="add del mod">
          <ac:chgData name="MARTINEZ DEFERIA FRANCISCO JAVIER" userId="592ef561-f88c-43f0-b1e5-3c60156729cf" providerId="ADAL" clId="{B4CD876B-966E-4468-9F73-FDFBB20E9B06}" dt="2026-04-17T15:46:24.114" v="2286" actId="478"/>
          <ac:grpSpMkLst>
            <pc:docMk/>
            <pc:sldMk cId="510117073" sldId="361"/>
            <ac:grpSpMk id="42" creationId="{DD92AEDB-45A7-B339-B770-CAC185227D5D}"/>
          </ac:grpSpMkLst>
        </pc:grpChg>
        <pc:grpChg chg="add del mod">
          <ac:chgData name="MARTINEZ DEFERIA FRANCISCO JAVIER" userId="592ef561-f88c-43f0-b1e5-3c60156729cf" providerId="ADAL" clId="{B4CD876B-966E-4468-9F73-FDFBB20E9B06}" dt="2026-04-17T15:46:23.131" v="2285" actId="478"/>
          <ac:grpSpMkLst>
            <pc:docMk/>
            <pc:sldMk cId="510117073" sldId="361"/>
            <ac:grpSpMk id="43" creationId="{4DDAB913-4076-DDE9-A9D5-0F5D6481887D}"/>
          </ac:grpSpMkLst>
        </pc:grpChg>
      </pc:sldChg>
      <pc:sldChg chg="modSp add mod ord">
        <pc:chgData name="MARTINEZ DEFERIA FRANCISCO JAVIER" userId="592ef561-f88c-43f0-b1e5-3c60156729cf" providerId="ADAL" clId="{B4CD876B-966E-4468-9F73-FDFBB20E9B06}" dt="2026-04-17T15:41:39.011" v="2188" actId="20577"/>
        <pc:sldMkLst>
          <pc:docMk/>
          <pc:sldMk cId="1258364308" sldId="362"/>
        </pc:sldMkLst>
        <pc:spChg chg="mod">
          <ac:chgData name="MARTINEZ DEFERIA FRANCISCO JAVIER" userId="592ef561-f88c-43f0-b1e5-3c60156729cf" providerId="ADAL" clId="{B4CD876B-966E-4468-9F73-FDFBB20E9B06}" dt="2026-04-17T15:41:39.011" v="2188" actId="20577"/>
          <ac:spMkLst>
            <pc:docMk/>
            <pc:sldMk cId="1258364308" sldId="362"/>
            <ac:spMk id="6" creationId="{CF1C2D92-D43D-0CA1-6E18-BAB049BA94A8}"/>
          </ac:spMkLst>
        </pc:spChg>
      </pc:sldChg>
      <pc:sldChg chg="modSp add del mod">
        <pc:chgData name="MARTINEZ DEFERIA FRANCISCO JAVIER" userId="592ef561-f88c-43f0-b1e5-3c60156729cf" providerId="ADAL" clId="{B4CD876B-966E-4468-9F73-FDFBB20E9B06}" dt="2026-04-17T15:54:31.763" v="2896" actId="47"/>
        <pc:sldMkLst>
          <pc:docMk/>
          <pc:sldMk cId="1469538257" sldId="363"/>
        </pc:sldMkLst>
        <pc:spChg chg="mod">
          <ac:chgData name="MARTINEZ DEFERIA FRANCISCO JAVIER" userId="592ef561-f88c-43f0-b1e5-3c60156729cf" providerId="ADAL" clId="{B4CD876B-966E-4468-9F73-FDFBB20E9B06}" dt="2026-04-17T15:52:08.495" v="2621" actId="403"/>
          <ac:spMkLst>
            <pc:docMk/>
            <pc:sldMk cId="1469538257" sldId="363"/>
            <ac:spMk id="35" creationId="{F1202DE6-42B3-9FA8-5A67-E31811DC0445}"/>
          </ac:spMkLst>
        </pc:spChg>
        <pc:spChg chg="mod">
          <ac:chgData name="MARTINEZ DEFERIA FRANCISCO JAVIER" userId="592ef561-f88c-43f0-b1e5-3c60156729cf" providerId="ADAL" clId="{B4CD876B-966E-4468-9F73-FDFBB20E9B06}" dt="2026-04-17T15:52:18.215" v="2624" actId="404"/>
          <ac:spMkLst>
            <pc:docMk/>
            <pc:sldMk cId="1469538257" sldId="363"/>
            <ac:spMk id="38" creationId="{F6F88AA9-0025-AA06-4C24-E683AD41993C}"/>
          </ac:spMkLst>
        </pc:spChg>
        <pc:grpChg chg="mod">
          <ac:chgData name="MARTINEZ DEFERIA FRANCISCO JAVIER" userId="592ef561-f88c-43f0-b1e5-3c60156729cf" providerId="ADAL" clId="{B4CD876B-966E-4468-9F73-FDFBB20E9B06}" dt="2026-04-17T15:51:59.042" v="2611" actId="14100"/>
          <ac:grpSpMkLst>
            <pc:docMk/>
            <pc:sldMk cId="1469538257" sldId="363"/>
            <ac:grpSpMk id="34" creationId="{71EEE8FD-7175-4455-C88A-2DC3105666CF}"/>
          </ac:grpSpMkLst>
        </pc:grpChg>
      </pc:sldChg>
    </pc:docChg>
  </pc:docChgLst>
  <pc:docChgLst>
    <pc:chgData name="MARTINEZ DEFERIA FRANCISCO JAVIER" userId="592ef561-f88c-43f0-b1e5-3c60156729cf" providerId="ADAL" clId="{B57DBF25-CBBF-4C2C-82C3-909C18F69972}"/>
    <pc:docChg chg="undo custSel addSld delSld modSld sldOrd">
      <pc:chgData name="MARTINEZ DEFERIA FRANCISCO JAVIER" userId="592ef561-f88c-43f0-b1e5-3c60156729cf" providerId="ADAL" clId="{B57DBF25-CBBF-4C2C-82C3-909C18F69972}" dt="2026-04-01T16:14:51.476" v="2002" actId="20577"/>
      <pc:docMkLst>
        <pc:docMk/>
      </pc:docMkLst>
      <pc:sldChg chg="modSp add del mod modShow">
        <pc:chgData name="MARTINEZ DEFERIA FRANCISCO JAVIER" userId="592ef561-f88c-43f0-b1e5-3c60156729cf" providerId="ADAL" clId="{B57DBF25-CBBF-4C2C-82C3-909C18F69972}" dt="2026-03-30T19:44:47.695" v="238" actId="729"/>
        <pc:sldMkLst>
          <pc:docMk/>
          <pc:sldMk cId="2475944787" sldId="262"/>
        </pc:sldMkLst>
        <pc:spChg chg="mod">
          <ac:chgData name="MARTINEZ DEFERIA FRANCISCO JAVIER" userId="592ef561-f88c-43f0-b1e5-3c60156729cf" providerId="ADAL" clId="{B57DBF25-CBBF-4C2C-82C3-909C18F69972}" dt="2026-03-30T19:44:31.598" v="234" actId="1076"/>
          <ac:spMkLst>
            <pc:docMk/>
            <pc:sldMk cId="2475944787" sldId="262"/>
            <ac:spMk id="13" creationId="{F152F042-5898-84A4-E98F-0BFB317A57D5}"/>
          </ac:spMkLst>
        </pc:spChg>
        <pc:picChg chg="mod">
          <ac:chgData name="MARTINEZ DEFERIA FRANCISCO JAVIER" userId="592ef561-f88c-43f0-b1e5-3c60156729cf" providerId="ADAL" clId="{B57DBF25-CBBF-4C2C-82C3-909C18F69972}" dt="2026-03-30T19:44:29.082" v="233" actId="1076"/>
          <ac:picMkLst>
            <pc:docMk/>
            <pc:sldMk cId="2475944787" sldId="262"/>
            <ac:picMk id="12" creationId="{7957119F-7743-1084-1D70-5C01A762B442}"/>
          </ac:picMkLst>
        </pc:picChg>
      </pc:sldChg>
      <pc:sldChg chg="addSp modSp mod">
        <pc:chgData name="MARTINEZ DEFERIA FRANCISCO JAVIER" userId="592ef561-f88c-43f0-b1e5-3c60156729cf" providerId="ADAL" clId="{B57DBF25-CBBF-4C2C-82C3-909C18F69972}" dt="2026-03-31T16:57:41.143" v="951" actId="1037"/>
        <pc:sldMkLst>
          <pc:docMk/>
          <pc:sldMk cId="1287553970" sldId="351"/>
        </pc:sldMkLst>
        <pc:spChg chg="mod">
          <ac:chgData name="MARTINEZ DEFERIA FRANCISCO JAVIER" userId="592ef561-f88c-43f0-b1e5-3c60156729cf" providerId="ADAL" clId="{B57DBF25-CBBF-4C2C-82C3-909C18F69972}" dt="2026-03-31T16:57:26.513" v="940" actId="20577"/>
          <ac:spMkLst>
            <pc:docMk/>
            <pc:sldMk cId="1287553970" sldId="351"/>
            <ac:spMk id="7" creationId="{675EA705-C75C-4B3E-9B16-C06DB8D11A35}"/>
          </ac:spMkLst>
        </pc:spChg>
        <pc:spChg chg="mod">
          <ac:chgData name="MARTINEZ DEFERIA FRANCISCO JAVIER" userId="592ef561-f88c-43f0-b1e5-3c60156729cf" providerId="ADAL" clId="{B57DBF25-CBBF-4C2C-82C3-909C18F69972}" dt="2026-03-31T16:39:22.197" v="877" actId="14100"/>
          <ac:spMkLst>
            <pc:docMk/>
            <pc:sldMk cId="1287553970" sldId="351"/>
            <ac:spMk id="16" creationId="{7D7CA59D-AEDC-E70C-9C45-13DC340D500B}"/>
          </ac:spMkLst>
        </pc:spChg>
        <pc:picChg chg="add mod">
          <ac:chgData name="MARTINEZ DEFERIA FRANCISCO JAVIER" userId="592ef561-f88c-43f0-b1e5-3c60156729cf" providerId="ADAL" clId="{B57DBF25-CBBF-4C2C-82C3-909C18F69972}" dt="2026-03-31T16:39:25.985" v="878" actId="1076"/>
          <ac:picMkLst>
            <pc:docMk/>
            <pc:sldMk cId="1287553970" sldId="351"/>
            <ac:picMk id="3" creationId="{4B29592B-B93C-DABA-04F7-8E9E6C9606B1}"/>
          </ac:picMkLst>
        </pc:picChg>
        <pc:picChg chg="add mod">
          <ac:chgData name="MARTINEZ DEFERIA FRANCISCO JAVIER" userId="592ef561-f88c-43f0-b1e5-3c60156729cf" providerId="ADAL" clId="{B57DBF25-CBBF-4C2C-82C3-909C18F69972}" dt="2026-03-31T16:39:29.160" v="879" actId="1076"/>
          <ac:picMkLst>
            <pc:docMk/>
            <pc:sldMk cId="1287553970" sldId="351"/>
            <ac:picMk id="6" creationId="{86C33B78-C952-40F0-D6AB-4CE87EC9BEE9}"/>
          </ac:picMkLst>
        </pc:picChg>
        <pc:picChg chg="add mod">
          <ac:chgData name="MARTINEZ DEFERIA FRANCISCO JAVIER" userId="592ef561-f88c-43f0-b1e5-3c60156729cf" providerId="ADAL" clId="{B57DBF25-CBBF-4C2C-82C3-909C18F69972}" dt="2026-03-31T16:57:39.289" v="948" actId="1037"/>
          <ac:picMkLst>
            <pc:docMk/>
            <pc:sldMk cId="1287553970" sldId="351"/>
            <ac:picMk id="10" creationId="{FCCEF04C-005C-5FA1-292F-286704A79B59}"/>
          </ac:picMkLst>
        </pc:picChg>
        <pc:picChg chg="add mod">
          <ac:chgData name="MARTINEZ DEFERIA FRANCISCO JAVIER" userId="592ef561-f88c-43f0-b1e5-3c60156729cf" providerId="ADAL" clId="{B57DBF25-CBBF-4C2C-82C3-909C18F69972}" dt="2026-03-31T16:57:37.611" v="944" actId="1037"/>
          <ac:picMkLst>
            <pc:docMk/>
            <pc:sldMk cId="1287553970" sldId="351"/>
            <ac:picMk id="12" creationId="{F80AB269-7F81-918C-8B8B-874E07527A70}"/>
          </ac:picMkLst>
        </pc:picChg>
        <pc:picChg chg="add mod">
          <ac:chgData name="MARTINEZ DEFERIA FRANCISCO JAVIER" userId="592ef561-f88c-43f0-b1e5-3c60156729cf" providerId="ADAL" clId="{B57DBF25-CBBF-4C2C-82C3-909C18F69972}" dt="2026-03-31T16:57:41.143" v="951" actId="1037"/>
          <ac:picMkLst>
            <pc:docMk/>
            <pc:sldMk cId="1287553970" sldId="351"/>
            <ac:picMk id="14" creationId="{485F091E-7CA4-FAB5-C4CB-4A636BF1C3DA}"/>
          </ac:picMkLst>
        </pc:picChg>
      </pc:sldChg>
      <pc:sldChg chg="mod modShow">
        <pc:chgData name="MARTINEZ DEFERIA FRANCISCO JAVIER" userId="592ef561-f88c-43f0-b1e5-3c60156729cf" providerId="ADAL" clId="{B57DBF25-CBBF-4C2C-82C3-909C18F69972}" dt="2026-03-30T19:37:32.398" v="9" actId="729"/>
        <pc:sldMkLst>
          <pc:docMk/>
          <pc:sldMk cId="30661999" sldId="352"/>
        </pc:sldMkLst>
      </pc:sldChg>
      <pc:sldChg chg="mod modShow">
        <pc:chgData name="MARTINEZ DEFERIA FRANCISCO JAVIER" userId="592ef561-f88c-43f0-b1e5-3c60156729cf" providerId="ADAL" clId="{B57DBF25-CBBF-4C2C-82C3-909C18F69972}" dt="2026-03-30T19:37:34.968" v="10" actId="729"/>
        <pc:sldMkLst>
          <pc:docMk/>
          <pc:sldMk cId="851367280" sldId="353"/>
        </pc:sldMkLst>
      </pc:sldChg>
      <pc:sldChg chg="mod modShow">
        <pc:chgData name="MARTINEZ DEFERIA FRANCISCO JAVIER" userId="592ef561-f88c-43f0-b1e5-3c60156729cf" providerId="ADAL" clId="{B57DBF25-CBBF-4C2C-82C3-909C18F69972}" dt="2026-03-30T19:37:23.102" v="6" actId="729"/>
        <pc:sldMkLst>
          <pc:docMk/>
          <pc:sldMk cId="3391533015" sldId="354"/>
        </pc:sldMkLst>
      </pc:sldChg>
      <pc:sldChg chg="mod modShow">
        <pc:chgData name="MARTINEZ DEFERIA FRANCISCO JAVIER" userId="592ef561-f88c-43f0-b1e5-3c60156729cf" providerId="ADAL" clId="{B57DBF25-CBBF-4C2C-82C3-909C18F69972}" dt="2026-03-30T19:37:27.093" v="7" actId="729"/>
        <pc:sldMkLst>
          <pc:docMk/>
          <pc:sldMk cId="2990934767" sldId="355"/>
        </pc:sldMkLst>
      </pc:sldChg>
      <pc:sldChg chg="mod modShow">
        <pc:chgData name="MARTINEZ DEFERIA FRANCISCO JAVIER" userId="592ef561-f88c-43f0-b1e5-3c60156729cf" providerId="ADAL" clId="{B57DBF25-CBBF-4C2C-82C3-909C18F69972}" dt="2026-03-30T19:37:30.596" v="8" actId="729"/>
        <pc:sldMkLst>
          <pc:docMk/>
          <pc:sldMk cId="873233451" sldId="356"/>
        </pc:sldMkLst>
      </pc:sldChg>
      <pc:sldChg chg="mod modShow">
        <pc:chgData name="MARTINEZ DEFERIA FRANCISCO JAVIER" userId="592ef561-f88c-43f0-b1e5-3c60156729cf" providerId="ADAL" clId="{B57DBF25-CBBF-4C2C-82C3-909C18F69972}" dt="2026-03-30T19:37:41.025" v="11" actId="729"/>
        <pc:sldMkLst>
          <pc:docMk/>
          <pc:sldMk cId="2055100351" sldId="357"/>
        </pc:sldMkLst>
      </pc:sldChg>
      <pc:sldChg chg="addSp modSp add mod ord">
        <pc:chgData name="MARTINEZ DEFERIA FRANCISCO JAVIER" userId="592ef561-f88c-43f0-b1e5-3c60156729cf" providerId="ADAL" clId="{B57DBF25-CBBF-4C2C-82C3-909C18F69972}" dt="2026-04-01T16:14:51.476" v="2002" actId="20577"/>
        <pc:sldMkLst>
          <pc:docMk/>
          <pc:sldMk cId="2993281867" sldId="358"/>
        </pc:sldMkLst>
        <pc:spChg chg="add mod">
          <ac:chgData name="MARTINEZ DEFERIA FRANCISCO JAVIER" userId="592ef561-f88c-43f0-b1e5-3c60156729cf" providerId="ADAL" clId="{B57DBF25-CBBF-4C2C-82C3-909C18F69972}" dt="2026-03-30T19:47:45.587" v="295" actId="207"/>
          <ac:spMkLst>
            <pc:docMk/>
            <pc:sldMk cId="2993281867" sldId="358"/>
            <ac:spMk id="3" creationId="{F1451A72-ECA1-72D7-A4C8-D8CFFA1D4738}"/>
          </ac:spMkLst>
        </pc:spChg>
        <pc:spChg chg="add mod">
          <ac:chgData name="MARTINEZ DEFERIA FRANCISCO JAVIER" userId="592ef561-f88c-43f0-b1e5-3c60156729cf" providerId="ADAL" clId="{B57DBF25-CBBF-4C2C-82C3-909C18F69972}" dt="2026-04-01T16:12:20.131" v="1956" actId="1076"/>
          <ac:spMkLst>
            <pc:docMk/>
            <pc:sldMk cId="2993281867" sldId="358"/>
            <ac:spMk id="6" creationId="{83D191ED-AA6F-82E5-1E60-845D5BCEAC16}"/>
          </ac:spMkLst>
        </pc:spChg>
        <pc:spChg chg="mod">
          <ac:chgData name="MARTINEZ DEFERIA FRANCISCO JAVIER" userId="592ef561-f88c-43f0-b1e5-3c60156729cf" providerId="ADAL" clId="{B57DBF25-CBBF-4C2C-82C3-909C18F69972}" dt="2026-03-30T20:01:50.715" v="636" actId="1076"/>
          <ac:spMkLst>
            <pc:docMk/>
            <pc:sldMk cId="2993281867" sldId="358"/>
            <ac:spMk id="16" creationId="{AE239A29-8951-9683-E18A-C21F463A9EF5}"/>
          </ac:spMkLst>
        </pc:spChg>
        <pc:spChg chg="mod">
          <ac:chgData name="MARTINEZ DEFERIA FRANCISCO JAVIER" userId="592ef561-f88c-43f0-b1e5-3c60156729cf" providerId="ADAL" clId="{B57DBF25-CBBF-4C2C-82C3-909C18F69972}" dt="2026-03-30T20:18:21.801" v="843" actId="6549"/>
          <ac:spMkLst>
            <pc:docMk/>
            <pc:sldMk cId="2993281867" sldId="358"/>
            <ac:spMk id="18" creationId="{31331741-D798-1842-3E11-B11ABB40C757}"/>
          </ac:spMkLst>
        </pc:spChg>
        <pc:picChg chg="mod">
          <ac:chgData name="MARTINEZ DEFERIA FRANCISCO JAVIER" userId="592ef561-f88c-43f0-b1e5-3c60156729cf" providerId="ADAL" clId="{B57DBF25-CBBF-4C2C-82C3-909C18F69972}" dt="2026-03-30T19:46:43.497" v="274" actId="1076"/>
          <ac:picMkLst>
            <pc:docMk/>
            <pc:sldMk cId="2993281867" sldId="358"/>
            <ac:picMk id="8" creationId="{ED6CC6C4-BE5B-02C3-4352-DE52DE2826D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953306-CF67-47E1-9FB5-A065C434EB86}" type="datetimeFigureOut">
              <a:rPr lang="en-ID" smtClean="0"/>
              <a:t>30/06/2026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6EEFD3-EE8B-4D27-902B-43A9D17F97A7}" type="slidenum">
              <a:rPr lang="en-ID" smtClean="0"/>
              <a:t>‹Nº›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10655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EEFD3-EE8B-4D27-902B-43A9D17F97A7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47385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D0F4753-9555-D7CB-172C-AAF73882AE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597" y="4169213"/>
            <a:ext cx="197200" cy="203235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A496F65-3CCE-91A8-B431-1089F22F2B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29216" y="6198552"/>
            <a:ext cx="1775714" cy="34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802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1827015E-93DF-2C56-E4AA-A381DDD578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137558" cy="68580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ACDC725-7347-E3FC-260A-D741DD90F5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30564" y="5796240"/>
            <a:ext cx="2187139" cy="42675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828BEFF-EC5C-B1F0-A3DC-F32AEE23227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03772" y="5951624"/>
            <a:ext cx="2771320" cy="27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770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100A1F9-C897-A1EB-CEE7-5792EF1703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03772" y="587887"/>
            <a:ext cx="2765436" cy="27654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7D0B96A-E081-9C39-E028-5518DEDBB1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927271"/>
            <a:ext cx="12176255" cy="930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966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43D515E-9E8E-0697-34AF-2CFDB90565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2585" b="21872"/>
          <a:stretch/>
        </p:blipFill>
        <p:spPr>
          <a:xfrm>
            <a:off x="8455939" y="5185391"/>
            <a:ext cx="3736061" cy="167260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020F1E2-EE40-68C5-0FA4-2511BD0136A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5597" y="4169213"/>
            <a:ext cx="197200" cy="2032356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B9AB649-4E5C-4DD0-781C-411BEFED84F4}"/>
              </a:ext>
            </a:extLst>
          </p:cNvPr>
          <p:cNvSpPr/>
          <p:nvPr userDrawn="1"/>
        </p:nvSpPr>
        <p:spPr>
          <a:xfrm>
            <a:off x="12016292" y="6201569"/>
            <a:ext cx="175708" cy="656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18251A5-3CE7-6359-C9D1-9CD0E23DE2A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29216" y="625066"/>
            <a:ext cx="1775714" cy="34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149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D6B7044C-2F39-1754-8D57-EEF78C227E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217044" y="0"/>
            <a:ext cx="4974956" cy="6858000"/>
          </a:xfrm>
          <a:custGeom>
            <a:avLst/>
            <a:gdLst>
              <a:gd name="connsiteX0" fmla="*/ 0 w 3016250"/>
              <a:gd name="connsiteY0" fmla="*/ 0 h 3565525"/>
              <a:gd name="connsiteX1" fmla="*/ 3016250 w 3016250"/>
              <a:gd name="connsiteY1" fmla="*/ 0 h 3565525"/>
              <a:gd name="connsiteX2" fmla="*/ 3016250 w 3016250"/>
              <a:gd name="connsiteY2" fmla="*/ 3565525 h 3565525"/>
              <a:gd name="connsiteX3" fmla="*/ 0 w 3016250"/>
              <a:gd name="connsiteY3" fmla="*/ 3565525 h 3565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6250" h="3565525">
                <a:moveTo>
                  <a:pt x="0" y="0"/>
                </a:moveTo>
                <a:lnTo>
                  <a:pt x="3016250" y="0"/>
                </a:lnTo>
                <a:lnTo>
                  <a:pt x="3016250" y="3565525"/>
                </a:lnTo>
                <a:lnTo>
                  <a:pt x="0" y="3565525"/>
                </a:lnTo>
                <a:close/>
              </a:path>
            </a:pathLst>
          </a:custGeom>
          <a:solidFill>
            <a:schemeClr val="bg2"/>
          </a:solidFill>
          <a:effectLst>
            <a:outerShdw blurRad="546100" dist="38100" dir="2700000" algn="tl" rotWithShape="0">
              <a:prstClr val="black">
                <a:alpha val="13000"/>
              </a:prstClr>
            </a:outerShdw>
          </a:effectLst>
        </p:spPr>
        <p:txBody>
          <a:bodyPr wrap="square">
            <a:noAutofit/>
          </a:bodyPr>
          <a:lstStyle>
            <a:lvl1pPr>
              <a:defRPr lang="en-ID"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>
              <a:buNone/>
            </a:pP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icono</a:t>
            </a:r>
            <a:r>
              <a:rPr lang="en-US" dirty="0"/>
              <a:t> para </a:t>
            </a:r>
            <a:r>
              <a:rPr lang="en-US" dirty="0" err="1"/>
              <a:t>agregar</a:t>
            </a:r>
            <a:r>
              <a:rPr lang="en-US" dirty="0"/>
              <a:t> imagen</a:t>
            </a:r>
            <a:endParaRPr lang="en-ID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0C052EF-40A9-3991-1F7D-B2D6F4AC96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49245" y="6198552"/>
            <a:ext cx="1775714" cy="34499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B16FC54-5DE0-7C5A-4F92-59893151E18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5597" y="4169213"/>
            <a:ext cx="197200" cy="2032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047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09F574D2-D61C-45F8-B2C3-843A2970BA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743450" y="1893248"/>
            <a:ext cx="2705099" cy="4015373"/>
          </a:xfrm>
          <a:prstGeom prst="rect">
            <a:avLst/>
          </a:prstGeom>
          <a:solidFill>
            <a:schemeClr val="bg2">
              <a:alpha val="40000"/>
            </a:schemeClr>
          </a:solidFill>
          <a:effectLst>
            <a:outerShdw blurRad="546100" dist="38100" dir="2700000" algn="tl" rotWithShape="0">
              <a:prstClr val="black">
                <a:alpha val="13000"/>
              </a:prstClr>
            </a:outerShdw>
          </a:effectLst>
        </p:spPr>
        <p:txBody>
          <a:bodyPr wrap="square">
            <a:noAutofit/>
          </a:bodyPr>
          <a:lstStyle>
            <a:lvl1pPr algn="ctr">
              <a:defRPr lang="en-GB" sz="1600" dirty="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>
              <a:buNone/>
            </a:pP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icono</a:t>
            </a:r>
            <a:r>
              <a:rPr lang="en-US" dirty="0"/>
              <a:t> para </a:t>
            </a:r>
            <a:r>
              <a:rPr lang="en-US" dirty="0" err="1"/>
              <a:t>agregar</a:t>
            </a:r>
            <a:r>
              <a:rPr lang="en-US" dirty="0"/>
              <a:t> imagen</a:t>
            </a:r>
            <a:endParaRPr lang="en-ID" dirty="0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F6EA1325-06AC-498C-8D11-25D5FF72D4C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705852" y="1893249"/>
            <a:ext cx="2705099" cy="4015373"/>
          </a:xfrm>
          <a:prstGeom prst="rect">
            <a:avLst/>
          </a:prstGeom>
          <a:solidFill>
            <a:schemeClr val="bg2">
              <a:alpha val="40000"/>
            </a:schemeClr>
          </a:solidFill>
          <a:effectLst>
            <a:outerShdw blurRad="546100" dist="38100" dir="2700000" algn="tl" rotWithShape="0">
              <a:prstClr val="black">
                <a:alpha val="13000"/>
              </a:prstClr>
            </a:outerShdw>
          </a:effectLst>
        </p:spPr>
        <p:txBody>
          <a:bodyPr wrap="square">
            <a:noAutofit/>
          </a:bodyPr>
          <a:lstStyle>
            <a:lvl1pPr algn="ctr">
              <a:defRPr lang="en-GB" sz="1600" dirty="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>
              <a:buNone/>
            </a:pP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icono</a:t>
            </a:r>
            <a:r>
              <a:rPr lang="en-US" dirty="0"/>
              <a:t> para </a:t>
            </a:r>
            <a:r>
              <a:rPr lang="en-US" dirty="0" err="1"/>
              <a:t>agregar</a:t>
            </a:r>
            <a:r>
              <a:rPr lang="en-US" dirty="0"/>
              <a:t> imagen</a:t>
            </a:r>
            <a:endParaRPr lang="en-ID" dirty="0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3D2C3F7A-0337-898E-2DA8-60F4C732ECD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781049" y="1893249"/>
            <a:ext cx="2705099" cy="4015373"/>
          </a:xfrm>
          <a:prstGeom prst="rect">
            <a:avLst/>
          </a:prstGeom>
          <a:solidFill>
            <a:schemeClr val="bg2">
              <a:alpha val="40000"/>
            </a:schemeClr>
          </a:solidFill>
          <a:effectLst>
            <a:outerShdw blurRad="546100" dist="38100" dir="2700000" algn="tl" rotWithShape="0">
              <a:prstClr val="black">
                <a:alpha val="13000"/>
              </a:prstClr>
            </a:outerShdw>
          </a:effectLst>
        </p:spPr>
        <p:txBody>
          <a:bodyPr wrap="square">
            <a:noAutofit/>
          </a:bodyPr>
          <a:lstStyle>
            <a:lvl1pPr algn="ctr">
              <a:defRPr lang="en-GB" sz="1600" dirty="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>
              <a:buNone/>
            </a:pP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icono</a:t>
            </a:r>
            <a:r>
              <a:rPr lang="en-US" dirty="0"/>
              <a:t> para </a:t>
            </a:r>
            <a:r>
              <a:rPr lang="en-US" dirty="0" err="1"/>
              <a:t>agregar</a:t>
            </a:r>
            <a:r>
              <a:rPr lang="en-US" dirty="0"/>
              <a:t> imagen</a:t>
            </a:r>
            <a:endParaRPr lang="en-ID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21D3ECD-2336-62A8-ADEE-2831ACF437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597" y="4169213"/>
            <a:ext cx="197200" cy="203235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8085B0C-A84C-E05C-18C6-6E95B8141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29216" y="6198552"/>
            <a:ext cx="1775714" cy="34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389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9862602-E6FB-190A-B23F-17AD37C9E3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597" y="4169213"/>
            <a:ext cx="197200" cy="203235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5A0A1F5-AB37-8B26-19A2-641AC74B2A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29216" y="6198552"/>
            <a:ext cx="1775714" cy="34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312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9862602-E6FB-190A-B23F-17AD37C9E3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597" y="4169213"/>
            <a:ext cx="197200" cy="2032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111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1827015E-93DF-2C56-E4AA-A381DDD578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7" t="4717" r="10745" b="10744"/>
          <a:stretch/>
        </p:blipFill>
        <p:spPr>
          <a:xfrm>
            <a:off x="10054442" y="0"/>
            <a:ext cx="21375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263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2041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8" r:id="rId3"/>
    <p:sldLayoutId id="2147483651" r:id="rId4"/>
    <p:sldLayoutId id="2147483653" r:id="rId5"/>
    <p:sldLayoutId id="2147483656" r:id="rId6"/>
    <p:sldLayoutId id="2147483659" r:id="rId7"/>
    <p:sldLayoutId id="2147483661" r:id="rId8"/>
    <p:sldLayoutId id="214748366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25" userDrawn="1">
          <p15:clr>
            <a:srgbClr val="F26B43"/>
          </p15:clr>
        </p15:guide>
        <p15:guide id="2" orient="horz" pos="323" userDrawn="1">
          <p15:clr>
            <a:srgbClr val="F26B43"/>
          </p15:clr>
        </p15:guide>
        <p15:guide id="3" pos="7355" userDrawn="1">
          <p15:clr>
            <a:srgbClr val="F26B43"/>
          </p15:clr>
        </p15:guide>
        <p15:guide id="4" orient="horz" pos="399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E0493733-4325-C755-F9F7-81E13CC53758}"/>
              </a:ext>
            </a:extLst>
          </p:cNvPr>
          <p:cNvSpPr txBox="1">
            <a:spLocks/>
          </p:cNvSpPr>
          <p:nvPr/>
        </p:nvSpPr>
        <p:spPr>
          <a:xfrm>
            <a:off x="2321427" y="1560646"/>
            <a:ext cx="9914227" cy="1374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altLang="ko-KR" sz="4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 Automatizado de Validaciones para los Censos Nacionales de Gobierno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E311FAF-3321-685A-3327-B8DD4E43C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178" y="3294653"/>
            <a:ext cx="1331406" cy="119230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83186E-4B01-B356-148C-C0765EB3664A}"/>
              </a:ext>
            </a:extLst>
          </p:cNvPr>
          <p:cNvSpPr txBox="1">
            <a:spLocks/>
          </p:cNvSpPr>
          <p:nvPr/>
        </p:nvSpPr>
        <p:spPr>
          <a:xfrm>
            <a:off x="9833110" y="5540558"/>
            <a:ext cx="1548907" cy="4212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altLang="ko-KR" sz="2000" dirty="0">
                <a:solidFill>
                  <a:srgbClr val="00D6C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Junio </a:t>
            </a:r>
            <a:r>
              <a:rPr lang="es-MX" altLang="ko-KR" sz="2000" b="1" dirty="0">
                <a:solidFill>
                  <a:srgbClr val="00D6C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94959225-C1C9-B11B-5E13-B97D55FF3D8D}"/>
              </a:ext>
            </a:extLst>
          </p:cNvPr>
          <p:cNvSpPr txBox="1">
            <a:spLocks/>
          </p:cNvSpPr>
          <p:nvPr/>
        </p:nvSpPr>
        <p:spPr>
          <a:xfrm>
            <a:off x="2330122" y="3563257"/>
            <a:ext cx="2581944" cy="4212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altLang="ko-KR" sz="2000" dirty="0">
                <a:solidFill>
                  <a:srgbClr val="00D6C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SAVCNG Excel DNA</a:t>
            </a:r>
            <a:endParaRPr lang="es-MX" altLang="ko-KR" sz="2000" b="1" dirty="0">
              <a:solidFill>
                <a:srgbClr val="00D6C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61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35CD3-6D92-642D-AF3D-8D2DCD55C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F95200F2-CD87-32FE-E79B-A356985A4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14" y="1116312"/>
            <a:ext cx="1201762" cy="82041"/>
          </a:xfrm>
          <a:prstGeom prst="rect">
            <a:avLst/>
          </a:prstGeom>
        </p:spPr>
      </p:pic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DFF974DE-6753-8782-8F2F-369FAE0F4CD3}"/>
              </a:ext>
            </a:extLst>
          </p:cNvPr>
          <p:cNvSpPr txBox="1">
            <a:spLocks/>
          </p:cNvSpPr>
          <p:nvPr/>
        </p:nvSpPr>
        <p:spPr>
          <a:xfrm>
            <a:off x="721628" y="545747"/>
            <a:ext cx="9101241" cy="4502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altLang="ko-KR" sz="3000" b="1" dirty="0">
                <a:solidFill>
                  <a:srgbClr val="0030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¿Qué es el proyecto SAVCNG?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675EA705-C75C-4B3E-9B16-C06DB8D11A35}"/>
              </a:ext>
            </a:extLst>
          </p:cNvPr>
          <p:cNvSpPr txBox="1"/>
          <p:nvPr/>
        </p:nvSpPr>
        <p:spPr>
          <a:xfrm>
            <a:off x="1047907" y="2482843"/>
            <a:ext cx="10096185" cy="235397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dirty="0"/>
              <a:t>Es un complemento </a:t>
            </a:r>
            <a:r>
              <a:rPr lang="es-MX" sz="2000" b="1" dirty="0"/>
              <a:t>(</a:t>
            </a:r>
            <a:r>
              <a:rPr lang="es-MX" sz="2000" b="1" i="1" dirty="0"/>
              <a:t>Add-in</a:t>
            </a:r>
            <a:r>
              <a:rPr lang="es-MX" sz="2000" b="1" dirty="0"/>
              <a:t>)* de Microsoft Excel desarrollado en C# </a:t>
            </a:r>
            <a:r>
              <a:rPr lang="es-MX" sz="2000" dirty="0"/>
              <a:t>que funciona como un sistema avanzado de validación de datos, diseñado específicamente para garantizar la calidad, consistencia e integridad de la información en los instrumentos de captación de información de los Censos Nacionales de Gobierno (CNG).</a:t>
            </a:r>
            <a:endParaRPr lang="es-ES" sz="2000" dirty="0">
              <a:latin typeface="Arial Nova" panose="020B05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EA8EA8-8F54-4D38-76B0-3C09CAE05080}"/>
              </a:ext>
            </a:extLst>
          </p:cNvPr>
          <p:cNvSpPr txBox="1"/>
          <p:nvPr/>
        </p:nvSpPr>
        <p:spPr>
          <a:xfrm>
            <a:off x="890470" y="6068853"/>
            <a:ext cx="10096185" cy="486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900" dirty="0"/>
              <a:t>* Es un pequeño programa que se "conecta" a una aplicación principal (como Microsoft Excel, Word) para otorgarle </a:t>
            </a:r>
            <a:r>
              <a:rPr lang="es-MX" sz="900" b="1" dirty="0"/>
              <a:t>herramientas, funciones o "superpoderes" nuevos</a:t>
            </a:r>
            <a:r>
              <a:rPr lang="es-MX" sz="900" dirty="0"/>
              <a:t> que el programa original no trae de fábrica.</a:t>
            </a:r>
            <a:endParaRPr lang="es-ES" sz="900" dirty="0"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553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956CB-AF84-3534-A6C8-D81E79AE3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C7981E09-14EF-0C5C-4757-E94188352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14" y="1116312"/>
            <a:ext cx="1201762" cy="82041"/>
          </a:xfrm>
          <a:prstGeom prst="rect">
            <a:avLst/>
          </a:prstGeom>
        </p:spPr>
      </p:pic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ADE88D63-F860-268D-67A6-DE684E36C380}"/>
              </a:ext>
            </a:extLst>
          </p:cNvPr>
          <p:cNvSpPr txBox="1">
            <a:spLocks/>
          </p:cNvSpPr>
          <p:nvPr/>
        </p:nvSpPr>
        <p:spPr>
          <a:xfrm>
            <a:off x="721628" y="545747"/>
            <a:ext cx="9101241" cy="4502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altLang="ko-KR" sz="3000" b="1" dirty="0">
                <a:solidFill>
                  <a:srgbClr val="0030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Características del SAVCNG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CDD5FED7-9CEC-310B-9EEA-5CC814C0B3D8}"/>
              </a:ext>
            </a:extLst>
          </p:cNvPr>
          <p:cNvSpPr txBox="1"/>
          <p:nvPr/>
        </p:nvSpPr>
        <p:spPr>
          <a:xfrm>
            <a:off x="818614" y="1533613"/>
            <a:ext cx="10966502" cy="42080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1" dirty="0"/>
              <a:t>Interfaz: </a:t>
            </a:r>
            <a:r>
              <a:rPr lang="es-MX" dirty="0"/>
              <a:t>El sistema ofrece una interfaz gráfica intuitiva (GUI) que elimina la curva de aprendizaje, sustituyendo la sintaxis técnica por elementos visuales interactivos.</a:t>
            </a:r>
            <a:endParaRPr lang="es-MX" b="1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1" dirty="0"/>
              <a:t>Inyección de Inteligencia en Segundos:</a:t>
            </a:r>
            <a:r>
              <a:rPr lang="es-MX" dirty="0"/>
              <a:t> No configuramos celdas; inyectamos reglas de negocio complejas de forma masiva, eliminando horas de trabajo manual.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1" dirty="0"/>
              <a:t>Blindaje Preventivo (Error Cero):</a:t>
            </a:r>
            <a:r>
              <a:rPr lang="es-MX" dirty="0"/>
              <a:t> Pasamos de detectar errores a prevenirlos. El sistema bloquea la entrada de datos inconsistentes antes de que afecten la base de datos.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1" dirty="0"/>
              <a:t>Optimización del Factor Humano:</a:t>
            </a:r>
            <a:r>
              <a:rPr lang="es-MX" dirty="0"/>
              <a:t> Reducimos la fatiga del validador y el error del capturista mediante alertas contextuales y bloqueos dinámicos inteligentes.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1" dirty="0"/>
              <a:t>Compatibilidad mejorada:</a:t>
            </a:r>
            <a:r>
              <a:rPr lang="es-MX" dirty="0"/>
              <a:t> Validaciones matriciales </a:t>
            </a:r>
            <a:r>
              <a:rPr lang="es-MX" dirty="0" err="1"/>
              <a:t>ultra-ligeras</a:t>
            </a:r>
            <a:r>
              <a:rPr lang="es-MX" dirty="0"/>
              <a:t> que no afectan el rendimiento del equipo, garantizando compatibilidad (versiones anteriores Excel 365).</a:t>
            </a:r>
          </a:p>
        </p:txBody>
      </p:sp>
    </p:spTree>
    <p:extLst>
      <p:ext uri="{BB962C8B-B14F-4D97-AF65-F5344CB8AC3E}">
        <p14:creationId xmlns:p14="http://schemas.microsoft.com/office/powerpoint/2010/main" val="1265803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7957119F-7743-1084-1D70-5C01A762B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685" y="1045695"/>
            <a:ext cx="1201762" cy="82041"/>
          </a:xfrm>
          <a:prstGeom prst="rect">
            <a:avLst/>
          </a:prstGeom>
        </p:spPr>
      </p:pic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F152F042-5898-84A4-E98F-0BFB317A57D5}"/>
              </a:ext>
            </a:extLst>
          </p:cNvPr>
          <p:cNvSpPr txBox="1">
            <a:spLocks/>
          </p:cNvSpPr>
          <p:nvPr/>
        </p:nvSpPr>
        <p:spPr>
          <a:xfrm>
            <a:off x="788250" y="471880"/>
            <a:ext cx="10615499" cy="48530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>
                <a:solidFill>
                  <a:srgbClr val="00305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MX" dirty="0"/>
              <a:t>Evolución Operativa: Tradicional vs </a:t>
            </a:r>
            <a:r>
              <a:rPr lang="es-MX" dirty="0">
                <a:solidFill>
                  <a:srgbClr val="00D6CD"/>
                </a:solidFill>
              </a:rPr>
              <a:t>SAVCNG</a:t>
            </a:r>
            <a:endParaRPr lang="es-MX" altLang="ko-KR" dirty="0">
              <a:solidFill>
                <a:srgbClr val="00D6CD"/>
              </a:solidFill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D157534-2273-BB43-2E42-C34BB4A25B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069438"/>
              </p:ext>
            </p:extLst>
          </p:nvPr>
        </p:nvGraphicFramePr>
        <p:xfrm>
          <a:off x="895685" y="2071845"/>
          <a:ext cx="10615500" cy="287352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3538500">
                  <a:extLst>
                    <a:ext uri="{9D8B030D-6E8A-4147-A177-3AD203B41FA5}">
                      <a16:colId xmlns:a16="http://schemas.microsoft.com/office/drawing/2014/main" val="2349385529"/>
                    </a:ext>
                  </a:extLst>
                </a:gridCol>
                <a:gridCol w="3265576">
                  <a:extLst>
                    <a:ext uri="{9D8B030D-6E8A-4147-A177-3AD203B41FA5}">
                      <a16:colId xmlns:a16="http://schemas.microsoft.com/office/drawing/2014/main" val="1725476399"/>
                    </a:ext>
                  </a:extLst>
                </a:gridCol>
                <a:gridCol w="3811424">
                  <a:extLst>
                    <a:ext uri="{9D8B030D-6E8A-4147-A177-3AD203B41FA5}">
                      <a16:colId xmlns:a16="http://schemas.microsoft.com/office/drawing/2014/main" val="1877835007"/>
                    </a:ext>
                  </a:extLst>
                </a:gridCol>
              </a:tblGrid>
              <a:tr h="574705">
                <a:tc>
                  <a:txBody>
                    <a:bodyPr/>
                    <a:lstStyle/>
                    <a:p>
                      <a:pPr algn="ctr"/>
                      <a:r>
                        <a:rPr lang="es-MX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Métrica de Impacto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Método Tradicional (Manual)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SAVCNG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6691519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 algn="l"/>
                      <a:r>
                        <a:rPr lang="es-MX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Tiempo de configuración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Horas o días (celda por celda)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✅ Segundos (Inyección masiva)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1076301885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 algn="l"/>
                      <a:r>
                        <a:rPr lang="es-MX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Margen de error humano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Alto (Omisiones y errores de transcripción)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✅ Mínimo (Blindaje preventivo y restrictivo)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07353610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 algn="l"/>
                      <a:r>
                        <a:rPr lang="es-MX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Mantenimiento de fórmulas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Costoso (Miles de fórmulas)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✅ Eficiente (Fórmulas optimizadas)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760983972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 algn="l"/>
                      <a:r>
                        <a:rPr lang="es-MX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Peso y estabilidad del archivo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Pesado y frágil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✅ Ligero*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34502403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8DD4CFF-588B-1683-1DFB-325B0D08BE87}"/>
              </a:ext>
            </a:extLst>
          </p:cNvPr>
          <p:cNvSpPr txBox="1"/>
          <p:nvPr/>
        </p:nvSpPr>
        <p:spPr>
          <a:xfrm>
            <a:off x="895685" y="5646079"/>
            <a:ext cx="10096185" cy="27905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900" dirty="0"/>
              <a:t>* En proceso de verificación.</a:t>
            </a:r>
            <a:endParaRPr lang="es-ES" sz="900" dirty="0"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944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C24DF-E550-885B-8A3C-E4A2530B2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FB35B868-0768-F9FF-8F9D-33C7344A6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14" y="1116312"/>
            <a:ext cx="1201762" cy="82041"/>
          </a:xfrm>
          <a:prstGeom prst="rect">
            <a:avLst/>
          </a:prstGeom>
        </p:spPr>
      </p:pic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661E4CAC-68C0-0D59-09B9-D4146361C7D6}"/>
              </a:ext>
            </a:extLst>
          </p:cNvPr>
          <p:cNvSpPr txBox="1">
            <a:spLocks/>
          </p:cNvSpPr>
          <p:nvPr/>
        </p:nvSpPr>
        <p:spPr>
          <a:xfrm>
            <a:off x="721628" y="545747"/>
            <a:ext cx="9101241" cy="4502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altLang="ko-KR" sz="3000" b="1" dirty="0">
                <a:solidFill>
                  <a:srgbClr val="0030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Capacidades del sistema*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9B606DB8-B69F-ECA8-3FCE-E7B395790215}"/>
              </a:ext>
            </a:extLst>
          </p:cNvPr>
          <p:cNvGrpSpPr/>
          <p:nvPr/>
        </p:nvGrpSpPr>
        <p:grpSpPr>
          <a:xfrm>
            <a:off x="1307366" y="2199859"/>
            <a:ext cx="2712971" cy="604562"/>
            <a:chOff x="1080655" y="1670102"/>
            <a:chExt cx="2712971" cy="2055511"/>
          </a:xfrm>
        </p:grpSpPr>
        <p:sp>
          <p:nvSpPr>
            <p:cNvPr id="2" name="Rectángulo: esquinas redondeadas 1">
              <a:extLst>
                <a:ext uri="{FF2B5EF4-FFF2-40B4-BE49-F238E27FC236}">
                  <a16:creationId xmlns:a16="http://schemas.microsoft.com/office/drawing/2014/main" id="{37F3FD45-0A8D-C696-0424-471C20EA8094}"/>
                </a:ext>
              </a:extLst>
            </p:cNvPr>
            <p:cNvSpPr/>
            <p:nvPr/>
          </p:nvSpPr>
          <p:spPr>
            <a:xfrm>
              <a:off x="1080655" y="1670102"/>
              <a:ext cx="2712971" cy="2055511"/>
            </a:xfrm>
            <a:prstGeom prst="roundRect">
              <a:avLst/>
            </a:prstGeom>
            <a:noFill/>
            <a:ln>
              <a:solidFill>
                <a:srgbClr val="00D6C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0FD88E48-C9A9-F3F6-1EE2-1D4ABDD89BBA}"/>
                </a:ext>
              </a:extLst>
            </p:cNvPr>
            <p:cNvSpPr txBox="1"/>
            <p:nvPr/>
          </p:nvSpPr>
          <p:spPr>
            <a:xfrm>
              <a:off x="1677156" y="1962019"/>
              <a:ext cx="15536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000" b="1" dirty="0">
                  <a:solidFill>
                    <a:srgbClr val="003057"/>
                  </a:solidFill>
                </a:rPr>
                <a:t>Catálogos</a:t>
              </a:r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EEBD1000-064B-C41E-7F22-63D831DD3339}"/>
              </a:ext>
            </a:extLst>
          </p:cNvPr>
          <p:cNvGrpSpPr/>
          <p:nvPr/>
        </p:nvGrpSpPr>
        <p:grpSpPr>
          <a:xfrm>
            <a:off x="4739514" y="2199859"/>
            <a:ext cx="2712971" cy="604562"/>
            <a:chOff x="1080655" y="1670102"/>
            <a:chExt cx="2712971" cy="2055511"/>
          </a:xfrm>
        </p:grpSpPr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AF52B555-84EE-6F96-3AE9-5F780387A056}"/>
                </a:ext>
              </a:extLst>
            </p:cNvPr>
            <p:cNvSpPr/>
            <p:nvPr/>
          </p:nvSpPr>
          <p:spPr>
            <a:xfrm>
              <a:off x="1080655" y="1670102"/>
              <a:ext cx="2712971" cy="2055511"/>
            </a:xfrm>
            <a:prstGeom prst="roundRect">
              <a:avLst/>
            </a:prstGeom>
            <a:noFill/>
            <a:ln>
              <a:solidFill>
                <a:srgbClr val="00D6C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F181F5D1-A1A0-204F-4C8B-399F54307EA4}"/>
                </a:ext>
              </a:extLst>
            </p:cNvPr>
            <p:cNvSpPr txBox="1"/>
            <p:nvPr/>
          </p:nvSpPr>
          <p:spPr>
            <a:xfrm>
              <a:off x="1214074" y="1962019"/>
              <a:ext cx="2579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000" b="1" dirty="0">
                  <a:solidFill>
                    <a:srgbClr val="003057"/>
                  </a:solidFill>
                </a:rPr>
                <a:t>Bloqueo dinámico</a:t>
              </a:r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A8E4422C-CDBA-60B9-833B-73C896F9558F}"/>
              </a:ext>
            </a:extLst>
          </p:cNvPr>
          <p:cNvGrpSpPr/>
          <p:nvPr/>
        </p:nvGrpSpPr>
        <p:grpSpPr>
          <a:xfrm>
            <a:off x="8171662" y="2199859"/>
            <a:ext cx="2712971" cy="604562"/>
            <a:chOff x="1080655" y="1670102"/>
            <a:chExt cx="2712971" cy="2055511"/>
          </a:xfrm>
        </p:grpSpPr>
        <p:sp>
          <p:nvSpPr>
            <p:cNvPr id="15" name="Rectángulo: esquinas redondeadas 14">
              <a:extLst>
                <a:ext uri="{FF2B5EF4-FFF2-40B4-BE49-F238E27FC236}">
                  <a16:creationId xmlns:a16="http://schemas.microsoft.com/office/drawing/2014/main" id="{9394F754-AA6C-5D74-9F12-12B42C998680}"/>
                </a:ext>
              </a:extLst>
            </p:cNvPr>
            <p:cNvSpPr/>
            <p:nvPr/>
          </p:nvSpPr>
          <p:spPr>
            <a:xfrm>
              <a:off x="1080655" y="1670102"/>
              <a:ext cx="2712971" cy="2055511"/>
            </a:xfrm>
            <a:prstGeom prst="roundRect">
              <a:avLst/>
            </a:prstGeom>
            <a:noFill/>
            <a:ln>
              <a:solidFill>
                <a:srgbClr val="00D6C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5F15CE14-B228-3902-C2CA-474E0B62555A}"/>
                </a:ext>
              </a:extLst>
            </p:cNvPr>
            <p:cNvSpPr txBox="1"/>
            <p:nvPr/>
          </p:nvSpPr>
          <p:spPr>
            <a:xfrm>
              <a:off x="1214074" y="1962019"/>
              <a:ext cx="2483372" cy="1360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000" b="1" dirty="0">
                  <a:solidFill>
                    <a:srgbClr val="003057"/>
                  </a:solidFill>
                </a:rPr>
                <a:t>Formato de Texto</a:t>
              </a:r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FBCF7717-08BA-CCE8-37BA-9D7CF1106107}"/>
              </a:ext>
            </a:extLst>
          </p:cNvPr>
          <p:cNvGrpSpPr/>
          <p:nvPr/>
        </p:nvGrpSpPr>
        <p:grpSpPr>
          <a:xfrm>
            <a:off x="1307366" y="4008300"/>
            <a:ext cx="2712971" cy="604562"/>
            <a:chOff x="1080655" y="1670102"/>
            <a:chExt cx="2712971" cy="2055511"/>
          </a:xfrm>
        </p:grpSpPr>
        <p:sp>
          <p:nvSpPr>
            <p:cNvPr id="19" name="Rectángulo: esquinas redondeadas 18">
              <a:extLst>
                <a:ext uri="{FF2B5EF4-FFF2-40B4-BE49-F238E27FC236}">
                  <a16:creationId xmlns:a16="http://schemas.microsoft.com/office/drawing/2014/main" id="{43B221B1-F8B3-EC5D-E29C-8C449A412118}"/>
                </a:ext>
              </a:extLst>
            </p:cNvPr>
            <p:cNvSpPr/>
            <p:nvPr/>
          </p:nvSpPr>
          <p:spPr>
            <a:xfrm>
              <a:off x="1080655" y="1670102"/>
              <a:ext cx="2712971" cy="2055511"/>
            </a:xfrm>
            <a:prstGeom prst="roundRect">
              <a:avLst/>
            </a:prstGeom>
            <a:noFill/>
            <a:ln>
              <a:solidFill>
                <a:srgbClr val="00D6C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33378463-F27D-6980-9526-CA89B284210A}"/>
                </a:ext>
              </a:extLst>
            </p:cNvPr>
            <p:cNvSpPr txBox="1"/>
            <p:nvPr/>
          </p:nvSpPr>
          <p:spPr>
            <a:xfrm>
              <a:off x="1482029" y="1962019"/>
              <a:ext cx="2064989" cy="1360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000" b="1" dirty="0">
                  <a:solidFill>
                    <a:srgbClr val="003057"/>
                  </a:solidFill>
                </a:rPr>
                <a:t>Gestión de NS</a:t>
              </a: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EACD2155-785A-2CD4-9114-8EDAA33AB141}"/>
              </a:ext>
            </a:extLst>
          </p:cNvPr>
          <p:cNvGrpSpPr/>
          <p:nvPr/>
        </p:nvGrpSpPr>
        <p:grpSpPr>
          <a:xfrm>
            <a:off x="4739514" y="4008300"/>
            <a:ext cx="2712971" cy="604562"/>
            <a:chOff x="1080655" y="1670102"/>
            <a:chExt cx="2712971" cy="2055511"/>
          </a:xfrm>
        </p:grpSpPr>
        <p:sp>
          <p:nvSpPr>
            <p:cNvPr id="22" name="Rectángulo: esquinas redondeadas 21">
              <a:extLst>
                <a:ext uri="{FF2B5EF4-FFF2-40B4-BE49-F238E27FC236}">
                  <a16:creationId xmlns:a16="http://schemas.microsoft.com/office/drawing/2014/main" id="{6460D376-85D1-69BE-4036-BA42CFB66A11}"/>
                </a:ext>
              </a:extLst>
            </p:cNvPr>
            <p:cNvSpPr/>
            <p:nvPr/>
          </p:nvSpPr>
          <p:spPr>
            <a:xfrm>
              <a:off x="1080655" y="1670102"/>
              <a:ext cx="2712971" cy="2055511"/>
            </a:xfrm>
            <a:prstGeom prst="roundRect">
              <a:avLst/>
            </a:prstGeom>
            <a:noFill/>
            <a:ln>
              <a:solidFill>
                <a:srgbClr val="00D6C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A31A785D-5532-7F2F-87F2-ABCCCA5A3C22}"/>
                </a:ext>
              </a:extLst>
            </p:cNvPr>
            <p:cNvSpPr txBox="1"/>
            <p:nvPr/>
          </p:nvSpPr>
          <p:spPr>
            <a:xfrm>
              <a:off x="1818220" y="1981766"/>
              <a:ext cx="1237839" cy="1360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000" b="1" dirty="0">
                  <a:solidFill>
                    <a:srgbClr val="003057"/>
                  </a:solidFill>
                </a:rPr>
                <a:t>Blancos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C6561EB6-9F51-5A82-037C-2E8BFC5A4001}"/>
              </a:ext>
            </a:extLst>
          </p:cNvPr>
          <p:cNvGrpSpPr/>
          <p:nvPr/>
        </p:nvGrpSpPr>
        <p:grpSpPr>
          <a:xfrm>
            <a:off x="8171662" y="4008300"/>
            <a:ext cx="2712971" cy="604562"/>
            <a:chOff x="1080655" y="1670102"/>
            <a:chExt cx="2712971" cy="2055511"/>
          </a:xfrm>
        </p:grpSpPr>
        <p:sp>
          <p:nvSpPr>
            <p:cNvPr id="25" name="Rectángulo: esquinas redondeadas 24">
              <a:extLst>
                <a:ext uri="{FF2B5EF4-FFF2-40B4-BE49-F238E27FC236}">
                  <a16:creationId xmlns:a16="http://schemas.microsoft.com/office/drawing/2014/main" id="{DBD99CBB-A276-90F0-FE36-5823019731AC}"/>
                </a:ext>
              </a:extLst>
            </p:cNvPr>
            <p:cNvSpPr/>
            <p:nvPr/>
          </p:nvSpPr>
          <p:spPr>
            <a:xfrm>
              <a:off x="1080655" y="1670102"/>
              <a:ext cx="2712971" cy="2055511"/>
            </a:xfrm>
            <a:prstGeom prst="roundRect">
              <a:avLst/>
            </a:prstGeom>
            <a:noFill/>
            <a:ln>
              <a:solidFill>
                <a:srgbClr val="00D6C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3480DC40-6746-40A4-1FB2-E99EEC3F11DB}"/>
                </a:ext>
              </a:extLst>
            </p:cNvPr>
            <p:cNvSpPr txBox="1"/>
            <p:nvPr/>
          </p:nvSpPr>
          <p:spPr>
            <a:xfrm>
              <a:off x="1664518" y="1962019"/>
              <a:ext cx="1582484" cy="1360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000" b="1" dirty="0">
                  <a:solidFill>
                    <a:srgbClr val="003057"/>
                  </a:solidFill>
                </a:rPr>
                <a:t>Decimales</a:t>
              </a:r>
            </a:p>
          </p:txBody>
        </p:sp>
      </p:grpSp>
      <p:sp>
        <p:nvSpPr>
          <p:cNvPr id="28" name="TextBox 3">
            <a:extLst>
              <a:ext uri="{FF2B5EF4-FFF2-40B4-BE49-F238E27FC236}">
                <a16:creationId xmlns:a16="http://schemas.microsoft.com/office/drawing/2014/main" id="{EA7CB33E-493C-E872-B4F5-BBF11982E548}"/>
              </a:ext>
            </a:extLst>
          </p:cNvPr>
          <p:cNvSpPr txBox="1"/>
          <p:nvPr/>
        </p:nvSpPr>
        <p:spPr>
          <a:xfrm>
            <a:off x="873014" y="6447123"/>
            <a:ext cx="10096185" cy="27905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900" dirty="0"/>
              <a:t>* Se siguen robusteciendo para abarcar diferentes escenarios.</a:t>
            </a:r>
            <a:endParaRPr lang="es-ES" sz="900" dirty="0"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0410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2F795-36B8-3CAC-A085-964350B82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ED6CC6C4-BE5B-02C3-4352-DE52DE282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14" y="926531"/>
            <a:ext cx="1201762" cy="82041"/>
          </a:xfrm>
          <a:prstGeom prst="rect">
            <a:avLst/>
          </a:prstGeom>
        </p:spPr>
      </p:pic>
      <p:sp>
        <p:nvSpPr>
          <p:cNvPr id="16" name="TextBox 3">
            <a:extLst>
              <a:ext uri="{FF2B5EF4-FFF2-40B4-BE49-F238E27FC236}">
                <a16:creationId xmlns:a16="http://schemas.microsoft.com/office/drawing/2014/main" id="{AE239A29-8951-9683-E18A-C21F463A9EF5}"/>
              </a:ext>
            </a:extLst>
          </p:cNvPr>
          <p:cNvSpPr txBox="1"/>
          <p:nvPr/>
        </p:nvSpPr>
        <p:spPr>
          <a:xfrm>
            <a:off x="661173" y="2303122"/>
            <a:ext cx="11377167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s-MX" dirty="0"/>
              <a:t>Periodo intensivo enfocado en robustecer el motor SAVCNG para las demandas del CNGMD 2027.</a:t>
            </a:r>
          </a:p>
        </p:txBody>
      </p: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31331741-D798-1842-3E11-B11ABB40C757}"/>
              </a:ext>
            </a:extLst>
          </p:cNvPr>
          <p:cNvSpPr txBox="1">
            <a:spLocks/>
          </p:cNvSpPr>
          <p:nvPr/>
        </p:nvSpPr>
        <p:spPr>
          <a:xfrm>
            <a:off x="721630" y="354347"/>
            <a:ext cx="9101241" cy="4901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altLang="ko-KR" sz="3000" b="1" dirty="0">
                <a:solidFill>
                  <a:srgbClr val="0030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Siguientes pasos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1451A72-ECA1-72D7-A4C8-D8CFFA1D4738}"/>
              </a:ext>
            </a:extLst>
          </p:cNvPr>
          <p:cNvSpPr txBox="1"/>
          <p:nvPr/>
        </p:nvSpPr>
        <p:spPr>
          <a:xfrm>
            <a:off x="532706" y="1244685"/>
            <a:ext cx="4092194" cy="49648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MX" sz="2000" b="1" dirty="0">
                <a:solidFill>
                  <a:srgbClr val="003057"/>
                </a:solidFill>
                <a:latin typeface="Arial Nova" panose="020F0502020204030204" pitchFamily="34" charset="0"/>
              </a:rPr>
              <a:t>Fase I: Consolidación y Pilotaje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18FFC625-6BE5-EC60-D97A-C2D6B6358953}"/>
              </a:ext>
            </a:extLst>
          </p:cNvPr>
          <p:cNvSpPr txBox="1"/>
          <p:nvPr/>
        </p:nvSpPr>
        <p:spPr>
          <a:xfrm>
            <a:off x="1039629" y="3159349"/>
            <a:ext cx="10809785" cy="254608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b="1" dirty="0"/>
              <a:t>Programación Avanzada:</a:t>
            </a:r>
            <a:r>
              <a:rPr lang="es-MX" dirty="0"/>
              <a:t> Desarrollo de validaciones adicionales para cubrir el espectro total de captura.</a:t>
            </a:r>
          </a:p>
          <a:p>
            <a:pPr>
              <a:lnSpc>
                <a:spcPct val="150000"/>
              </a:lnSpc>
            </a:pPr>
            <a:r>
              <a:rPr lang="es-MX" b="1" dirty="0"/>
              <a:t>Pruebas de Estrés:</a:t>
            </a:r>
            <a:r>
              <a:rPr lang="es-MX" dirty="0"/>
              <a:t> Testeo riguroso en instrumentos de captación ya liberados para asegurar estabilidad.</a:t>
            </a:r>
          </a:p>
          <a:p>
            <a:pPr>
              <a:lnSpc>
                <a:spcPct val="150000"/>
              </a:lnSpc>
            </a:pPr>
            <a:r>
              <a:rPr lang="es-MX" b="1" dirty="0"/>
              <a:t>Ciclo de Retroalimentación:</a:t>
            </a:r>
            <a:r>
              <a:rPr lang="es-MX" dirty="0"/>
              <a:t> Colaboración activa con las áreas para integrar mejoras críticas basadas en uso real.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9D5FD0-3FDA-7851-0D31-5F3066918DFA}"/>
              </a:ext>
            </a:extLst>
          </p:cNvPr>
          <p:cNvSpPr txBox="1"/>
          <p:nvPr/>
        </p:nvSpPr>
        <p:spPr>
          <a:xfrm>
            <a:off x="608274" y="1642446"/>
            <a:ext cx="2255838" cy="33483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MX" sz="1200" b="1" dirty="0">
                <a:solidFill>
                  <a:srgbClr val="003057"/>
                </a:solidFill>
                <a:latin typeface="Arial Nova" panose="020F0502020204030204" pitchFamily="34" charset="0"/>
              </a:rPr>
              <a:t>15 JULIO – 14 AGOSTO 2026</a:t>
            </a:r>
          </a:p>
        </p:txBody>
      </p:sp>
    </p:spTree>
    <p:extLst>
      <p:ext uri="{BB962C8B-B14F-4D97-AF65-F5344CB8AC3E}">
        <p14:creationId xmlns:p14="http://schemas.microsoft.com/office/powerpoint/2010/main" val="2993281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B71EA-9DC1-82ED-20F6-0058DDFE5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1ACC0D0A-DFAA-F2F6-55D5-6FE5999AE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14" y="926531"/>
            <a:ext cx="1201762" cy="82041"/>
          </a:xfrm>
          <a:prstGeom prst="rect">
            <a:avLst/>
          </a:prstGeom>
        </p:spPr>
      </p:pic>
      <p:sp>
        <p:nvSpPr>
          <p:cNvPr id="16" name="TextBox 3">
            <a:extLst>
              <a:ext uri="{FF2B5EF4-FFF2-40B4-BE49-F238E27FC236}">
                <a16:creationId xmlns:a16="http://schemas.microsoft.com/office/drawing/2014/main" id="{3587CA95-7856-9275-CAA6-949C3B2EE41E}"/>
              </a:ext>
            </a:extLst>
          </p:cNvPr>
          <p:cNvSpPr txBox="1"/>
          <p:nvPr/>
        </p:nvSpPr>
        <p:spPr>
          <a:xfrm>
            <a:off x="661173" y="2303122"/>
            <a:ext cx="11377167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s-MX" dirty="0"/>
              <a:t>Transición a la operatividad total, garantizando la entrega de instrumentos validados en tiempo y forma.</a:t>
            </a:r>
          </a:p>
        </p:txBody>
      </p: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A075B980-632F-4B54-4803-A61587CE2CB5}"/>
              </a:ext>
            </a:extLst>
          </p:cNvPr>
          <p:cNvSpPr txBox="1">
            <a:spLocks/>
          </p:cNvSpPr>
          <p:nvPr/>
        </p:nvSpPr>
        <p:spPr>
          <a:xfrm>
            <a:off x="721630" y="354347"/>
            <a:ext cx="9101241" cy="4901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altLang="ko-KR" sz="3000" b="1" dirty="0">
                <a:solidFill>
                  <a:srgbClr val="0030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Siguientes pasos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A414912-6482-C8CB-0A0D-255F9DE80143}"/>
              </a:ext>
            </a:extLst>
          </p:cNvPr>
          <p:cNvSpPr txBox="1"/>
          <p:nvPr/>
        </p:nvSpPr>
        <p:spPr>
          <a:xfrm>
            <a:off x="532705" y="1244685"/>
            <a:ext cx="4386917" cy="49648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MX" sz="2000" b="1" dirty="0">
                <a:solidFill>
                  <a:srgbClr val="003057"/>
                </a:solidFill>
                <a:latin typeface="Arial Nova" panose="020F0502020204030204" pitchFamily="34" charset="0"/>
              </a:rPr>
              <a:t>Fase II: Implementación y Soporte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26D0FD87-5729-7715-AEFF-9C109850F387}"/>
              </a:ext>
            </a:extLst>
          </p:cNvPr>
          <p:cNvSpPr txBox="1"/>
          <p:nvPr/>
        </p:nvSpPr>
        <p:spPr>
          <a:xfrm>
            <a:off x="1039629" y="3159349"/>
            <a:ext cx="10809785" cy="254608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b="1" dirty="0"/>
              <a:t>Inclusión Híbrida:</a:t>
            </a:r>
            <a:r>
              <a:rPr lang="es-MX" dirty="0"/>
              <a:t> Uso de SAVCNG como motor principal, complementado con validaciones tradicionales.</a:t>
            </a:r>
          </a:p>
          <a:p>
            <a:pPr>
              <a:lnSpc>
                <a:spcPct val="150000"/>
              </a:lnSpc>
            </a:pPr>
            <a:r>
              <a:rPr lang="es-MX" b="1" dirty="0"/>
              <a:t>Evolución Paralela:</a:t>
            </a:r>
            <a:r>
              <a:rPr lang="es-MX" dirty="0"/>
              <a:t> El equipo de desarrollo integra validaciones pendientes identificadas en la Fase 1.</a:t>
            </a:r>
          </a:p>
          <a:p>
            <a:pPr>
              <a:lnSpc>
                <a:spcPct val="150000"/>
              </a:lnSpc>
            </a:pPr>
            <a:r>
              <a:rPr lang="es-MX" b="1" dirty="0"/>
              <a:t>Soporte en Campo:</a:t>
            </a:r>
            <a:r>
              <a:rPr lang="es-MX" dirty="0"/>
              <a:t> Asistencia técnica continua para asegurar que los procesos de integración sean exitosos.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C85903-A1EA-BB9E-D7A3-A54C865401F1}"/>
              </a:ext>
            </a:extLst>
          </p:cNvPr>
          <p:cNvSpPr txBox="1"/>
          <p:nvPr/>
        </p:nvSpPr>
        <p:spPr>
          <a:xfrm>
            <a:off x="532705" y="1642446"/>
            <a:ext cx="2255838" cy="33483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MX" sz="1200" b="1" dirty="0">
                <a:solidFill>
                  <a:srgbClr val="003057"/>
                </a:solidFill>
                <a:latin typeface="Arial Nova" panose="020F0502020204030204" pitchFamily="34" charset="0"/>
              </a:rPr>
              <a:t>17 AGOSTO – NOVIEMBRE</a:t>
            </a:r>
          </a:p>
        </p:txBody>
      </p:sp>
    </p:spTree>
    <p:extLst>
      <p:ext uri="{BB962C8B-B14F-4D97-AF65-F5344CB8AC3E}">
        <p14:creationId xmlns:p14="http://schemas.microsoft.com/office/powerpoint/2010/main" val="318806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7D76A-58AC-250E-3DFA-0C8EECEC6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70515C20-A263-6BE5-6803-85BCD27B6CBA}"/>
              </a:ext>
            </a:extLst>
          </p:cNvPr>
          <p:cNvSpPr txBox="1">
            <a:spLocks/>
          </p:cNvSpPr>
          <p:nvPr/>
        </p:nvSpPr>
        <p:spPr>
          <a:xfrm>
            <a:off x="3214850" y="2142231"/>
            <a:ext cx="8008116" cy="10073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altLang="ko-KR" sz="5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Gracias!!!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5C280B1-739B-96C6-99F0-BDBA284FD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881" y="3069500"/>
            <a:ext cx="1331406" cy="119230"/>
          </a:xfrm>
          <a:prstGeom prst="rect">
            <a:avLst/>
          </a:prstGeom>
        </p:spPr>
      </p:pic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71F46192-C7F6-459A-C818-521B141B4FAA}"/>
              </a:ext>
            </a:extLst>
          </p:cNvPr>
          <p:cNvSpPr txBox="1">
            <a:spLocks/>
          </p:cNvSpPr>
          <p:nvPr/>
        </p:nvSpPr>
        <p:spPr>
          <a:xfrm>
            <a:off x="3214850" y="3335717"/>
            <a:ext cx="1548907" cy="4212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altLang="ko-KR" sz="2000" dirty="0">
                <a:solidFill>
                  <a:srgbClr val="00D6C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Junio </a:t>
            </a:r>
            <a:r>
              <a:rPr lang="es-MX" altLang="ko-KR" sz="2000" b="1" dirty="0">
                <a:solidFill>
                  <a:srgbClr val="00D6C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2055100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legance Digital Busines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356AC"/>
      </a:accent1>
      <a:accent2>
        <a:srgbClr val="F46036"/>
      </a:accent2>
      <a:accent3>
        <a:srgbClr val="E2D26F"/>
      </a:accent3>
      <a:accent4>
        <a:srgbClr val="66D6D0"/>
      </a:accent4>
      <a:accent5>
        <a:srgbClr val="56E1E4"/>
      </a:accent5>
      <a:accent6>
        <a:srgbClr val="F7003D"/>
      </a:accent6>
      <a:hlink>
        <a:srgbClr val="0563C1"/>
      </a:hlink>
      <a:folHlink>
        <a:srgbClr val="954F72"/>
      </a:folHlink>
    </a:clrScheme>
    <a:fontScheme name="Poppins">
      <a:majorFont>
        <a:latin typeface="Poppins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oppins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4863</TotalTime>
  <Words>514</Words>
  <Application>Microsoft Office PowerPoint</Application>
  <PresentationFormat>Panorámica</PresentationFormat>
  <Paragraphs>54</Paragraphs>
  <Slides>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Arial Nova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GONZALEZ ROMO HECTOR DAVID</cp:lastModifiedBy>
  <cp:revision>260</cp:revision>
  <dcterms:created xsi:type="dcterms:W3CDTF">2020-10-19T04:28:13Z</dcterms:created>
  <dcterms:modified xsi:type="dcterms:W3CDTF">2026-06-30T18:28:15Z</dcterms:modified>
</cp:coreProperties>
</file>